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309" r:id="rId6"/>
    <p:sldId id="272" r:id="rId7"/>
    <p:sldId id="259" r:id="rId8"/>
    <p:sldId id="275" r:id="rId9"/>
    <p:sldId id="276" r:id="rId10"/>
    <p:sldId id="296" r:id="rId11"/>
    <p:sldId id="302" r:id="rId12"/>
    <p:sldId id="321" r:id="rId13"/>
    <p:sldId id="322" r:id="rId14"/>
  </p:sldIdLst>
  <p:sldSz cx="9144000" cy="5143500" type="screen16x9"/>
  <p:notesSz cx="6858000" cy="9144000"/>
  <p:embeddedFontLst>
    <p:embeddedFont>
      <p:font typeface="Bauhaus 93" panose="04030905020B02020C02" pitchFamily="82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Fira Sans Extra Condensed Medium" panose="020B0604020202020204" charset="0"/>
      <p:regular r:id="rId21"/>
      <p:bold r:id="rId22"/>
      <p:italic r:id="rId23"/>
      <p:boldItalic r:id="rId24"/>
    </p:embeddedFont>
    <p:embeddedFont>
      <p:font typeface="Roboto Condensed Light" panose="02000000000000000000" pitchFamily="2" charset="0"/>
      <p:regular r:id="rId25"/>
      <p:bold r:id="rId26"/>
      <p:italic r:id="rId27"/>
      <p:boldItalic r:id="rId28"/>
    </p:embeddedFont>
    <p:embeddedFont>
      <p:font typeface="Squada One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0FF"/>
    <a:srgbClr val="E0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DFBF20-C9FF-4A05-8F91-495C701C64BE}">
  <a:tblStyle styleId="{73DFBF20-C9FF-4A05-8F91-495C701C64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a39e4857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a39e4857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a39e48574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a39e48574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a39e48574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a39e48574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9e8edfaca3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9e8edfaca3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9f7b1142c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9f7b1142c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a39e48574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a39e48574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a39e48574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a39e48574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9ed8b5fdff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9ed8b5fdff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a39e48574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a39e48574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dirty="0"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dirty="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dirty="0"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2336850" y="2792565"/>
            <a:ext cx="20856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4721650" y="2781757"/>
            <a:ext cx="20856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 flipH="1">
            <a:off x="4721600" y="462755"/>
            <a:ext cx="3673200" cy="13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ctrTitle" idx="3"/>
          </p:nvPr>
        </p:nvSpPr>
        <p:spPr>
          <a:xfrm>
            <a:off x="2229313" y="2629926"/>
            <a:ext cx="2300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4"/>
          </p:nvPr>
        </p:nvSpPr>
        <p:spPr>
          <a:xfrm>
            <a:off x="4572000" y="2629926"/>
            <a:ext cx="2384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050488" y="1999184"/>
            <a:ext cx="2658200" cy="2384800"/>
          </a:xfrm>
          <a:prstGeom prst="flowChartPreparation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5"/>
          <p:cNvSpPr/>
          <p:nvPr/>
        </p:nvSpPr>
        <p:spPr>
          <a:xfrm rot="5400000">
            <a:off x="4435288" y="1999174"/>
            <a:ext cx="2658200" cy="2384800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subTitle" idx="1"/>
          </p:nvPr>
        </p:nvSpPr>
        <p:spPr>
          <a:xfrm>
            <a:off x="2101725" y="3712858"/>
            <a:ext cx="2175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2"/>
          </p:nvPr>
        </p:nvSpPr>
        <p:spPr>
          <a:xfrm>
            <a:off x="4789400" y="3715662"/>
            <a:ext cx="2175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3"/>
          </p:nvPr>
        </p:nvSpPr>
        <p:spPr>
          <a:xfrm>
            <a:off x="2101725" y="3396845"/>
            <a:ext cx="2175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4"/>
          </p:nvPr>
        </p:nvSpPr>
        <p:spPr>
          <a:xfrm>
            <a:off x="4789400" y="3395392"/>
            <a:ext cx="2157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Font typeface="Squada One"/>
              <a:buNone/>
              <a:defRPr sz="16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pic>
        <p:nvPicPr>
          <p:cNvPr id="60" name="Google Shape;6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325" y="-2286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99772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6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ctrTitle"/>
          </p:nvPr>
        </p:nvSpPr>
        <p:spPr>
          <a:xfrm>
            <a:off x="16904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20518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ctrTitle" idx="2"/>
          </p:nvPr>
        </p:nvSpPr>
        <p:spPr>
          <a:xfrm>
            <a:off x="16904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3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ctrTitle" idx="4"/>
          </p:nvPr>
        </p:nvSpPr>
        <p:spPr>
          <a:xfrm>
            <a:off x="4824357" y="2052406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5185707" y="2538657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6"/>
          </p:nvPr>
        </p:nvSpPr>
        <p:spPr>
          <a:xfrm>
            <a:off x="4824357" y="3599531"/>
            <a:ext cx="2629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7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21281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 hasCustomPrompt="1"/>
          </p:nvPr>
        </p:nvSpPr>
        <p:spPr>
          <a:xfrm>
            <a:off x="21281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4" hasCustomPrompt="1"/>
          </p:nvPr>
        </p:nvSpPr>
        <p:spPr>
          <a:xfrm>
            <a:off x="5262057" y="155563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5262057" y="30740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CUSTOM_36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657228" y="1778585"/>
            <a:ext cx="1959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657228" y="2252441"/>
            <a:ext cx="19593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ctrTitle" idx="2"/>
          </p:nvPr>
        </p:nvSpPr>
        <p:spPr>
          <a:xfrm>
            <a:off x="693636" y="3580934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693636" y="4036206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ctrTitle" idx="4"/>
          </p:nvPr>
        </p:nvSpPr>
        <p:spPr>
          <a:xfrm>
            <a:off x="3207532" y="1784778"/>
            <a:ext cx="179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3188332" y="2252437"/>
            <a:ext cx="1838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ctrTitle" idx="6"/>
          </p:nvPr>
        </p:nvSpPr>
        <p:spPr>
          <a:xfrm>
            <a:off x="3233530" y="358093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7"/>
          </p:nvPr>
        </p:nvSpPr>
        <p:spPr>
          <a:xfrm>
            <a:off x="3157180" y="4036206"/>
            <a:ext cx="19065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ctrTitle" idx="8"/>
          </p:nvPr>
        </p:nvSpPr>
        <p:spPr>
          <a:xfrm>
            <a:off x="579450" y="401450"/>
            <a:ext cx="45930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9" hasCustomPrompt="1"/>
          </p:nvPr>
        </p:nvSpPr>
        <p:spPr>
          <a:xfrm>
            <a:off x="683628" y="1358010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3" hasCustomPrompt="1"/>
          </p:nvPr>
        </p:nvSpPr>
        <p:spPr>
          <a:xfrm>
            <a:off x="693636" y="3141768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4" hasCustomPrompt="1"/>
          </p:nvPr>
        </p:nvSpPr>
        <p:spPr>
          <a:xfrm>
            <a:off x="3180682" y="1370400"/>
            <a:ext cx="1853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15" hasCustomPrompt="1"/>
          </p:nvPr>
        </p:nvSpPr>
        <p:spPr>
          <a:xfrm>
            <a:off x="3233530" y="314177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41276" y="2195283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41276" y="-48298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3042082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14"/>
          <p:cNvSpPr/>
          <p:nvPr/>
        </p:nvSpPr>
        <p:spPr>
          <a:xfrm>
            <a:off x="581586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14"/>
          <p:cNvSpPr/>
          <p:nvPr/>
        </p:nvSpPr>
        <p:spPr>
          <a:xfrm>
            <a:off x="579457" y="12638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14"/>
          <p:cNvSpPr/>
          <p:nvPr/>
        </p:nvSpPr>
        <p:spPr>
          <a:xfrm>
            <a:off x="3045130" y="3037375"/>
            <a:ext cx="2130600" cy="1661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9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1398700" y="2910300"/>
            <a:ext cx="3486000" cy="17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ctrTitle"/>
          </p:nvPr>
        </p:nvSpPr>
        <p:spPr>
          <a:xfrm flipH="1">
            <a:off x="1372450" y="1886100"/>
            <a:ext cx="34860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4838200" y="1496605"/>
            <a:ext cx="3242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2"/>
          </p:nvPr>
        </p:nvSpPr>
        <p:spPr>
          <a:xfrm>
            <a:off x="4838200" y="3792973"/>
            <a:ext cx="3242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ctrTitle" idx="3"/>
          </p:nvPr>
        </p:nvSpPr>
        <p:spPr>
          <a:xfrm>
            <a:off x="4838200" y="1336535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ctrTitle" idx="4"/>
          </p:nvPr>
        </p:nvSpPr>
        <p:spPr>
          <a:xfrm>
            <a:off x="4838200" y="3626911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675" y="-53340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4675" y="3549775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4226350" y="2752750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22"/>
          <p:cNvSpPr/>
          <p:nvPr/>
        </p:nvSpPr>
        <p:spPr>
          <a:xfrm>
            <a:off x="4226350" y="441872"/>
            <a:ext cx="4470600" cy="19434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37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>
            <a:spLocks noGrp="1"/>
          </p:cNvSpPr>
          <p:nvPr>
            <p:ph type="ctrTitle"/>
          </p:nvPr>
        </p:nvSpPr>
        <p:spPr>
          <a:xfrm>
            <a:off x="457200" y="517918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ctrTitle" idx="2"/>
          </p:nvPr>
        </p:nvSpPr>
        <p:spPr>
          <a:xfrm>
            <a:off x="3675800" y="1638900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8" name="Google Shape;198;p26"/>
          <p:cNvSpPr txBox="1">
            <a:spLocks noGrp="1"/>
          </p:cNvSpPr>
          <p:nvPr>
            <p:ph type="subTitle" idx="1"/>
          </p:nvPr>
        </p:nvSpPr>
        <p:spPr>
          <a:xfrm>
            <a:off x="3675813" y="2100350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ctrTitle" idx="3"/>
          </p:nvPr>
        </p:nvSpPr>
        <p:spPr>
          <a:xfrm>
            <a:off x="5921301" y="1628801"/>
            <a:ext cx="1818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4"/>
          </p:nvPr>
        </p:nvSpPr>
        <p:spPr>
          <a:xfrm>
            <a:off x="5898455" y="2074101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1" name="Google Shape;201;p26"/>
          <p:cNvSpPr txBox="1">
            <a:spLocks noGrp="1"/>
          </p:cNvSpPr>
          <p:nvPr>
            <p:ph type="ctrTitle" idx="5"/>
          </p:nvPr>
        </p:nvSpPr>
        <p:spPr>
          <a:xfrm>
            <a:off x="1413972" y="1638900"/>
            <a:ext cx="188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26"/>
          <p:cNvSpPr txBox="1">
            <a:spLocks noGrp="1"/>
          </p:cNvSpPr>
          <p:nvPr>
            <p:ph type="subTitle" idx="6"/>
          </p:nvPr>
        </p:nvSpPr>
        <p:spPr>
          <a:xfrm>
            <a:off x="1416400" y="2100350"/>
            <a:ext cx="18831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03" name="Google Shape;20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39551" y="-408250"/>
            <a:ext cx="2494901" cy="225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944449" y="-571400"/>
            <a:ext cx="2494901" cy="225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>
            <a:spLocks noGrp="1"/>
          </p:cNvSpPr>
          <p:nvPr>
            <p:ph type="ctrTitle" idx="7"/>
          </p:nvPr>
        </p:nvSpPr>
        <p:spPr>
          <a:xfrm>
            <a:off x="5920295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subTitle" idx="8"/>
          </p:nvPr>
        </p:nvSpPr>
        <p:spPr>
          <a:xfrm>
            <a:off x="5920252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ctrTitle" idx="9"/>
          </p:nvPr>
        </p:nvSpPr>
        <p:spPr>
          <a:xfrm>
            <a:off x="1413969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subTitle" idx="13"/>
          </p:nvPr>
        </p:nvSpPr>
        <p:spPr>
          <a:xfrm>
            <a:off x="1413926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ctrTitle" idx="14"/>
          </p:nvPr>
        </p:nvSpPr>
        <p:spPr>
          <a:xfrm>
            <a:off x="3675843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subTitle" idx="15"/>
          </p:nvPr>
        </p:nvSpPr>
        <p:spPr>
          <a:xfrm>
            <a:off x="3675800" y="3658212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1366875" y="17058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26"/>
          <p:cNvSpPr/>
          <p:nvPr/>
        </p:nvSpPr>
        <p:spPr>
          <a:xfrm>
            <a:off x="36077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" name="Google Shape;213;p26"/>
          <p:cNvSpPr/>
          <p:nvPr/>
        </p:nvSpPr>
        <p:spPr>
          <a:xfrm>
            <a:off x="36077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26"/>
          <p:cNvSpPr/>
          <p:nvPr/>
        </p:nvSpPr>
        <p:spPr>
          <a:xfrm>
            <a:off x="5848675" y="17058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26"/>
          <p:cNvSpPr/>
          <p:nvPr/>
        </p:nvSpPr>
        <p:spPr>
          <a:xfrm>
            <a:off x="5848675" y="3263701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26"/>
          <p:cNvSpPr/>
          <p:nvPr/>
        </p:nvSpPr>
        <p:spPr>
          <a:xfrm>
            <a:off x="1366875" y="3263700"/>
            <a:ext cx="1982400" cy="1156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7">
  <p:cSld name="CUSTOM_60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6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5"/>
          <p:cNvSpPr txBox="1">
            <a:spLocks noGrp="1"/>
          </p:cNvSpPr>
          <p:nvPr>
            <p:ph type="ctrTitle"/>
          </p:nvPr>
        </p:nvSpPr>
        <p:spPr>
          <a:xfrm flipH="1">
            <a:off x="457200" y="452237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7" name="Google Shape;507;p55"/>
          <p:cNvSpPr txBox="1">
            <a:spLocks noGrp="1"/>
          </p:cNvSpPr>
          <p:nvPr>
            <p:ph type="ctrTitle" idx="2"/>
          </p:nvPr>
        </p:nvSpPr>
        <p:spPr>
          <a:xfrm>
            <a:off x="2393800" y="3851557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55"/>
          <p:cNvSpPr txBox="1">
            <a:spLocks noGrp="1"/>
          </p:cNvSpPr>
          <p:nvPr>
            <p:ph type="subTitle" idx="1"/>
          </p:nvPr>
        </p:nvSpPr>
        <p:spPr>
          <a:xfrm>
            <a:off x="2393800" y="4112538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9" name="Google Shape;509;p55"/>
          <p:cNvSpPr txBox="1">
            <a:spLocks noGrp="1"/>
          </p:cNvSpPr>
          <p:nvPr>
            <p:ph type="ctrTitle" idx="3"/>
          </p:nvPr>
        </p:nvSpPr>
        <p:spPr>
          <a:xfrm>
            <a:off x="4454450" y="3859775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0" name="Google Shape;510;p55"/>
          <p:cNvSpPr txBox="1">
            <a:spLocks noGrp="1"/>
          </p:cNvSpPr>
          <p:nvPr>
            <p:ph type="subTitle" idx="4"/>
          </p:nvPr>
        </p:nvSpPr>
        <p:spPr>
          <a:xfrm>
            <a:off x="4454600" y="4111838"/>
            <a:ext cx="12312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1" name="Google Shape;511;p55"/>
          <p:cNvSpPr txBox="1">
            <a:spLocks noGrp="1"/>
          </p:cNvSpPr>
          <p:nvPr>
            <p:ph type="ctrTitle" idx="5"/>
          </p:nvPr>
        </p:nvSpPr>
        <p:spPr>
          <a:xfrm>
            <a:off x="3443775" y="1362901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2" name="Google Shape;512;p55"/>
          <p:cNvSpPr txBox="1">
            <a:spLocks noGrp="1"/>
          </p:cNvSpPr>
          <p:nvPr>
            <p:ph type="subTitle" idx="6"/>
          </p:nvPr>
        </p:nvSpPr>
        <p:spPr>
          <a:xfrm>
            <a:off x="3443626" y="1656449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13" name="Google Shape;513;p55"/>
          <p:cNvSpPr txBox="1">
            <a:spLocks noGrp="1"/>
          </p:cNvSpPr>
          <p:nvPr>
            <p:ph type="ctrTitle" idx="7"/>
          </p:nvPr>
        </p:nvSpPr>
        <p:spPr>
          <a:xfrm>
            <a:off x="5498425" y="1361363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55"/>
          <p:cNvSpPr txBox="1">
            <a:spLocks noGrp="1"/>
          </p:cNvSpPr>
          <p:nvPr>
            <p:ph type="subTitle" idx="8"/>
          </p:nvPr>
        </p:nvSpPr>
        <p:spPr>
          <a:xfrm>
            <a:off x="5498325" y="1654912"/>
            <a:ext cx="12312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27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 txBox="1">
            <a:spLocks noGrp="1"/>
          </p:cNvSpPr>
          <p:nvPr>
            <p:ph type="ctrTitle"/>
          </p:nvPr>
        </p:nvSpPr>
        <p:spPr>
          <a:xfrm flipH="1">
            <a:off x="457200" y="444899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31" name="Google Shape;531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31825" y="-795109"/>
            <a:ext cx="3139825" cy="283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20369" y="-796531"/>
            <a:ext cx="3139825" cy="28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59" r:id="rId6"/>
    <p:sldLayoutId id="2147483660" r:id="rId7"/>
    <p:sldLayoutId id="2147483666" r:id="rId8"/>
    <p:sldLayoutId id="2147483668" r:id="rId9"/>
    <p:sldLayoutId id="2147483672" r:id="rId10"/>
    <p:sldLayoutId id="2147483701" r:id="rId11"/>
    <p:sldLayoutId id="2147483703" r:id="rId12"/>
    <p:sldLayoutId id="2147483709" r:id="rId13"/>
    <p:sldLayoutId id="214748371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title"/>
          </p:nvPr>
        </p:nvSpPr>
        <p:spPr>
          <a:xfrm>
            <a:off x="2889419" y="2938295"/>
            <a:ext cx="3979069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 Windi CSS </a:t>
            </a:r>
            <a:endParaRPr dirty="0"/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464419" y="3571143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Here is where our presentation begins</a:t>
            </a:r>
            <a:endParaRPr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9B87C63E-418A-4DFE-9676-23DC33486CDF}"/>
              </a:ext>
            </a:extLst>
          </p:cNvPr>
          <p:cNvSpPr/>
          <p:nvPr/>
        </p:nvSpPr>
        <p:spPr>
          <a:xfrm>
            <a:off x="1903733" y="2330492"/>
            <a:ext cx="1535907" cy="1320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F6AA0E-68F8-4C4B-9E98-6F187282F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930" y="2446046"/>
            <a:ext cx="1295512" cy="10897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72" name="Google Shape;772;p95"/>
          <p:cNvSpPr txBox="1">
            <a:spLocks noGrp="1"/>
          </p:cNvSpPr>
          <p:nvPr>
            <p:ph type="subTitle" idx="1"/>
          </p:nvPr>
        </p:nvSpPr>
        <p:spPr>
          <a:xfrm>
            <a:off x="1255350" y="11155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WindiCSS est un framework CSS moderne inspiré de TailwindCSS, conçu pour améliorer la vitesse, la performance et la productivité du développement web. Il propose une approche </a:t>
            </a:r>
            <a:r>
              <a:rPr lang="fr-FR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utility-first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où chaque classe correspond à une propriété CSS unique. Grâce à son moteur intelligent, WindiCSS analyse ton code en temps réel et génère uniquement le CSS nécessaire, ce qui rend les sites plus rapides et plus légers.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" grpId="0"/>
      <p:bldP spid="77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6"/>
          <p:cNvSpPr txBox="1">
            <a:spLocks noGrp="1"/>
          </p:cNvSpPr>
          <p:nvPr>
            <p:ph type="ctrTitle"/>
          </p:nvPr>
        </p:nvSpPr>
        <p:spPr>
          <a:xfrm>
            <a:off x="375857" y="2352121"/>
            <a:ext cx="1767221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Origine et but de WindiCSS</a:t>
            </a:r>
            <a:endParaRPr dirty="0"/>
          </a:p>
        </p:txBody>
      </p:sp>
      <p:sp>
        <p:nvSpPr>
          <p:cNvPr id="785" name="Google Shape;785;p96"/>
          <p:cNvSpPr txBox="1">
            <a:spLocks noGrp="1"/>
          </p:cNvSpPr>
          <p:nvPr>
            <p:ph type="ctrTitle" idx="8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786" name="Google Shape;786;p96"/>
          <p:cNvSpPr txBox="1">
            <a:spLocks noGrp="1"/>
          </p:cNvSpPr>
          <p:nvPr>
            <p:ph type="title" idx="9"/>
          </p:nvPr>
        </p:nvSpPr>
        <p:spPr>
          <a:xfrm>
            <a:off x="375857" y="160847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87" name="Google Shape;787;p96"/>
          <p:cNvSpPr txBox="1">
            <a:spLocks noGrp="1"/>
          </p:cNvSpPr>
          <p:nvPr>
            <p:ph type="title" idx="13"/>
          </p:nvPr>
        </p:nvSpPr>
        <p:spPr>
          <a:xfrm>
            <a:off x="4324596" y="1609613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88" name="Google Shape;788;p96"/>
          <p:cNvSpPr txBox="1">
            <a:spLocks noGrp="1"/>
          </p:cNvSpPr>
          <p:nvPr>
            <p:ph type="title" idx="14"/>
          </p:nvPr>
        </p:nvSpPr>
        <p:spPr>
          <a:xfrm>
            <a:off x="2347757" y="160406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89" name="Google Shape;789;p96"/>
          <p:cNvSpPr txBox="1">
            <a:spLocks noGrp="1"/>
          </p:cNvSpPr>
          <p:nvPr>
            <p:ph type="title" idx="15"/>
          </p:nvPr>
        </p:nvSpPr>
        <p:spPr>
          <a:xfrm>
            <a:off x="6469351" y="1604069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790" name="Google Shape;790;p96"/>
          <p:cNvCxnSpPr>
            <a:cxnSpLocks/>
          </p:cNvCxnSpPr>
          <p:nvPr/>
        </p:nvCxnSpPr>
        <p:spPr>
          <a:xfrm flipV="1">
            <a:off x="685800" y="2221706"/>
            <a:ext cx="7765256" cy="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90;p96">
            <a:extLst>
              <a:ext uri="{FF2B5EF4-FFF2-40B4-BE49-F238E27FC236}">
                <a16:creationId xmlns:a16="http://schemas.microsoft.com/office/drawing/2014/main" id="{FA9E51C5-F2E4-4DEC-B1BA-C7D5C675D7AD}"/>
              </a:ext>
            </a:extLst>
          </p:cNvPr>
          <p:cNvCxnSpPr>
            <a:cxnSpLocks/>
          </p:cNvCxnSpPr>
          <p:nvPr/>
        </p:nvCxnSpPr>
        <p:spPr>
          <a:xfrm flipV="1">
            <a:off x="685800" y="3702063"/>
            <a:ext cx="7765256" cy="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786;p96">
            <a:extLst>
              <a:ext uri="{FF2B5EF4-FFF2-40B4-BE49-F238E27FC236}">
                <a16:creationId xmlns:a16="http://schemas.microsoft.com/office/drawing/2014/main" id="{C9F3FCCF-29A3-4D54-B29D-C442C4D54369}"/>
              </a:ext>
            </a:extLst>
          </p:cNvPr>
          <p:cNvSpPr txBox="1">
            <a:spLocks/>
          </p:cNvSpPr>
          <p:nvPr/>
        </p:nvSpPr>
        <p:spPr>
          <a:xfrm>
            <a:off x="375857" y="3060335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quada One"/>
              <a:buNone/>
              <a:defRPr sz="48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05</a:t>
            </a:r>
          </a:p>
        </p:txBody>
      </p:sp>
      <p:sp>
        <p:nvSpPr>
          <p:cNvPr id="21" name="Google Shape;786;p96">
            <a:extLst>
              <a:ext uri="{FF2B5EF4-FFF2-40B4-BE49-F238E27FC236}">
                <a16:creationId xmlns:a16="http://schemas.microsoft.com/office/drawing/2014/main" id="{7B9878AE-1397-46EF-837E-6FFD85DB3BDA}"/>
              </a:ext>
            </a:extLst>
          </p:cNvPr>
          <p:cNvSpPr txBox="1">
            <a:spLocks/>
          </p:cNvSpPr>
          <p:nvPr/>
        </p:nvSpPr>
        <p:spPr>
          <a:xfrm>
            <a:off x="2347757" y="3124263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quada One"/>
              <a:buNone/>
              <a:defRPr sz="48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06</a:t>
            </a:r>
          </a:p>
        </p:txBody>
      </p:sp>
      <p:sp>
        <p:nvSpPr>
          <p:cNvPr id="22" name="Google Shape;786;p96">
            <a:extLst>
              <a:ext uri="{FF2B5EF4-FFF2-40B4-BE49-F238E27FC236}">
                <a16:creationId xmlns:a16="http://schemas.microsoft.com/office/drawing/2014/main" id="{2982577A-BBFE-4B33-A13E-FEE82290622B}"/>
              </a:ext>
            </a:extLst>
          </p:cNvPr>
          <p:cNvSpPr txBox="1">
            <a:spLocks/>
          </p:cNvSpPr>
          <p:nvPr/>
        </p:nvSpPr>
        <p:spPr>
          <a:xfrm>
            <a:off x="4319058" y="3033243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quada One"/>
              <a:buNone/>
              <a:defRPr sz="48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07</a:t>
            </a:r>
          </a:p>
        </p:txBody>
      </p:sp>
      <p:sp>
        <p:nvSpPr>
          <p:cNvPr id="23" name="Google Shape;786;p96">
            <a:extLst>
              <a:ext uri="{FF2B5EF4-FFF2-40B4-BE49-F238E27FC236}">
                <a16:creationId xmlns:a16="http://schemas.microsoft.com/office/drawing/2014/main" id="{E0A0B954-A5DE-4118-AC4F-55332B07AF54}"/>
              </a:ext>
            </a:extLst>
          </p:cNvPr>
          <p:cNvSpPr txBox="1">
            <a:spLocks/>
          </p:cNvSpPr>
          <p:nvPr/>
        </p:nvSpPr>
        <p:spPr>
          <a:xfrm>
            <a:off x="6469351" y="3095763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quada One"/>
              <a:buNone/>
              <a:defRPr sz="48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ira Sans Extra Condensed Medium"/>
              <a:buNone/>
              <a:defRPr sz="4800" b="0" i="0" u="none" strike="noStrike" cap="none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08</a:t>
            </a:r>
          </a:p>
        </p:txBody>
      </p:sp>
      <p:sp>
        <p:nvSpPr>
          <p:cNvPr id="24" name="Google Shape;779;p96">
            <a:extLst>
              <a:ext uri="{FF2B5EF4-FFF2-40B4-BE49-F238E27FC236}">
                <a16:creationId xmlns:a16="http://schemas.microsoft.com/office/drawing/2014/main" id="{F8B06ED7-DC2B-4349-86A3-F1DA65052AA9}"/>
              </a:ext>
            </a:extLst>
          </p:cNvPr>
          <p:cNvSpPr txBox="1">
            <a:spLocks/>
          </p:cNvSpPr>
          <p:nvPr/>
        </p:nvSpPr>
        <p:spPr>
          <a:xfrm>
            <a:off x="2305017" y="2582098"/>
            <a:ext cx="201404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Fonctionnement : le principe du "on-demand"</a:t>
            </a:r>
            <a:endParaRPr lang="fr-FR" dirty="0"/>
          </a:p>
        </p:txBody>
      </p:sp>
      <p:sp>
        <p:nvSpPr>
          <p:cNvPr id="25" name="Google Shape;779;p96">
            <a:extLst>
              <a:ext uri="{FF2B5EF4-FFF2-40B4-BE49-F238E27FC236}">
                <a16:creationId xmlns:a16="http://schemas.microsoft.com/office/drawing/2014/main" id="{DA6DE98E-E590-42E8-A912-D4A97C6F87A4}"/>
              </a:ext>
            </a:extLst>
          </p:cNvPr>
          <p:cNvSpPr txBox="1">
            <a:spLocks/>
          </p:cNvSpPr>
          <p:nvPr/>
        </p:nvSpPr>
        <p:spPr>
          <a:xfrm>
            <a:off x="4373169" y="2095185"/>
            <a:ext cx="2042069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Les classes utilitaires</a:t>
            </a:r>
            <a:endParaRPr lang="fr-FR" dirty="0"/>
          </a:p>
        </p:txBody>
      </p:sp>
      <p:sp>
        <p:nvSpPr>
          <p:cNvPr id="28" name="Google Shape;779;p96">
            <a:extLst>
              <a:ext uri="{FF2B5EF4-FFF2-40B4-BE49-F238E27FC236}">
                <a16:creationId xmlns:a16="http://schemas.microsoft.com/office/drawing/2014/main" id="{4446AF40-B60D-4F68-9CD9-2039CD5FA0CD}"/>
              </a:ext>
            </a:extLst>
          </p:cNvPr>
          <p:cNvSpPr txBox="1">
            <a:spLocks/>
          </p:cNvSpPr>
          <p:nvPr/>
        </p:nvSpPr>
        <p:spPr>
          <a:xfrm>
            <a:off x="6469351" y="2352121"/>
            <a:ext cx="1952621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Les avantages de WindiCSS</a:t>
            </a:r>
            <a:endParaRPr lang="fr-FR" dirty="0"/>
          </a:p>
        </p:txBody>
      </p:sp>
      <p:sp>
        <p:nvSpPr>
          <p:cNvPr id="30" name="Google Shape;779;p96">
            <a:extLst>
              <a:ext uri="{FF2B5EF4-FFF2-40B4-BE49-F238E27FC236}">
                <a16:creationId xmlns:a16="http://schemas.microsoft.com/office/drawing/2014/main" id="{8665274E-C009-4CB9-8128-FD980671B8E3}"/>
              </a:ext>
            </a:extLst>
          </p:cNvPr>
          <p:cNvSpPr txBox="1">
            <a:spLocks/>
          </p:cNvSpPr>
          <p:nvPr/>
        </p:nvSpPr>
        <p:spPr>
          <a:xfrm>
            <a:off x="362436" y="3746080"/>
            <a:ext cx="1767221" cy="42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 Installation</a:t>
            </a:r>
            <a:endParaRPr lang="fr-FR" dirty="0"/>
          </a:p>
        </p:txBody>
      </p:sp>
      <p:sp>
        <p:nvSpPr>
          <p:cNvPr id="31" name="Google Shape;779;p96">
            <a:extLst>
              <a:ext uri="{FF2B5EF4-FFF2-40B4-BE49-F238E27FC236}">
                <a16:creationId xmlns:a16="http://schemas.microsoft.com/office/drawing/2014/main" id="{1C56182A-653E-4BEA-B754-B25BB810AD5C}"/>
              </a:ext>
            </a:extLst>
          </p:cNvPr>
          <p:cNvSpPr txBox="1">
            <a:spLocks/>
          </p:cNvSpPr>
          <p:nvPr/>
        </p:nvSpPr>
        <p:spPr>
          <a:xfrm>
            <a:off x="2443085" y="3594117"/>
            <a:ext cx="1767221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Utilisation pratique</a:t>
            </a:r>
            <a:endParaRPr lang="fr-FR" dirty="0"/>
          </a:p>
        </p:txBody>
      </p:sp>
      <p:sp>
        <p:nvSpPr>
          <p:cNvPr id="32" name="Google Shape;779;p96">
            <a:extLst>
              <a:ext uri="{FF2B5EF4-FFF2-40B4-BE49-F238E27FC236}">
                <a16:creationId xmlns:a16="http://schemas.microsoft.com/office/drawing/2014/main" id="{8660CEF9-88CB-4813-B52C-78B9368C8053}"/>
              </a:ext>
            </a:extLst>
          </p:cNvPr>
          <p:cNvSpPr txBox="1">
            <a:spLocks/>
          </p:cNvSpPr>
          <p:nvPr/>
        </p:nvSpPr>
        <p:spPr>
          <a:xfrm>
            <a:off x="4319057" y="4062188"/>
            <a:ext cx="1767221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WindiCSS</a:t>
            </a:r>
          </a:p>
          <a:p>
            <a:pPr>
              <a:buClr>
                <a:schemeClr val="dk1"/>
              </a:buClr>
              <a:buSzPts val="1100"/>
            </a:pPr>
            <a:r>
              <a:rPr lang="fr-FR" b="1" dirty="0"/>
              <a:t>Vs</a:t>
            </a:r>
          </a:p>
          <a:p>
            <a:pPr>
              <a:buClr>
                <a:schemeClr val="dk1"/>
              </a:buClr>
              <a:buSzPts val="1100"/>
            </a:pPr>
            <a:r>
              <a:rPr lang="fr-FR" b="1" dirty="0"/>
              <a:t>TailwindCSS</a:t>
            </a:r>
            <a:endParaRPr lang="fr-FR" dirty="0"/>
          </a:p>
        </p:txBody>
      </p:sp>
      <p:sp>
        <p:nvSpPr>
          <p:cNvPr id="33" name="Google Shape;779;p96">
            <a:extLst>
              <a:ext uri="{FF2B5EF4-FFF2-40B4-BE49-F238E27FC236}">
                <a16:creationId xmlns:a16="http://schemas.microsoft.com/office/drawing/2014/main" id="{97C61D3B-0FE2-497C-B42A-4FCC92D06EB0}"/>
              </a:ext>
            </a:extLst>
          </p:cNvPr>
          <p:cNvSpPr txBox="1">
            <a:spLocks/>
          </p:cNvSpPr>
          <p:nvPr/>
        </p:nvSpPr>
        <p:spPr>
          <a:xfrm>
            <a:off x="6423011" y="3550505"/>
            <a:ext cx="1767221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b="1" dirty="0"/>
              <a:t>Limites de WindiCSS</a:t>
            </a: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06"/>
          <p:cNvSpPr txBox="1">
            <a:spLocks noGrp="1"/>
          </p:cNvSpPr>
          <p:nvPr>
            <p:ph type="ctrTitle"/>
          </p:nvPr>
        </p:nvSpPr>
        <p:spPr>
          <a:xfrm flipH="1">
            <a:off x="1372450" y="1886100"/>
            <a:ext cx="34860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sz="3600" b="1" dirty="0"/>
              <a:t>Origine et but de WindiCSS</a:t>
            </a:r>
            <a:endParaRPr sz="3600" dirty="0"/>
          </a:p>
        </p:txBody>
      </p:sp>
      <p:sp>
        <p:nvSpPr>
          <p:cNvPr id="865" name="Google Shape;865;p106"/>
          <p:cNvSpPr txBox="1">
            <a:spLocks noGrp="1"/>
          </p:cNvSpPr>
          <p:nvPr>
            <p:ph type="subTitle" idx="1"/>
          </p:nvPr>
        </p:nvSpPr>
        <p:spPr>
          <a:xfrm>
            <a:off x="948643" y="2863287"/>
            <a:ext cx="1164432" cy="425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TailwindCSS</a:t>
            </a:r>
          </a:p>
        </p:txBody>
      </p:sp>
      <p:cxnSp>
        <p:nvCxnSpPr>
          <p:cNvPr id="871" name="Google Shape;871;p106"/>
          <p:cNvCxnSpPr/>
          <p:nvPr/>
        </p:nvCxnSpPr>
        <p:spPr>
          <a:xfrm>
            <a:off x="1482719" y="2693550"/>
            <a:ext cx="3115500" cy="8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827;p100">
            <a:extLst>
              <a:ext uri="{FF2B5EF4-FFF2-40B4-BE49-F238E27FC236}">
                <a16:creationId xmlns:a16="http://schemas.microsoft.com/office/drawing/2014/main" id="{7B6101FC-34FA-47BA-9358-F9BA70C5063B}"/>
              </a:ext>
            </a:extLst>
          </p:cNvPr>
          <p:cNvSpPr txBox="1">
            <a:spLocks/>
          </p:cNvSpPr>
          <p:nvPr/>
        </p:nvSpPr>
        <p:spPr>
          <a:xfrm>
            <a:off x="64293" y="1231620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01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4CCF87EC-9BB9-4CB9-880C-768406B955C2}"/>
              </a:ext>
            </a:extLst>
          </p:cNvPr>
          <p:cNvCxnSpPr>
            <a:cxnSpLocks/>
          </p:cNvCxnSpPr>
          <p:nvPr/>
        </p:nvCxnSpPr>
        <p:spPr>
          <a:xfrm flipV="1">
            <a:off x="2135981" y="3075972"/>
            <a:ext cx="1657350" cy="29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Google Shape;865;p106">
            <a:extLst>
              <a:ext uri="{FF2B5EF4-FFF2-40B4-BE49-F238E27FC236}">
                <a16:creationId xmlns:a16="http://schemas.microsoft.com/office/drawing/2014/main" id="{21618FBF-791A-495A-81D7-878705BF8E13}"/>
              </a:ext>
            </a:extLst>
          </p:cNvPr>
          <p:cNvSpPr txBox="1">
            <a:spLocks/>
          </p:cNvSpPr>
          <p:nvPr/>
        </p:nvSpPr>
        <p:spPr>
          <a:xfrm>
            <a:off x="3694018" y="2908582"/>
            <a:ext cx="1164432" cy="42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fr-FR" dirty="0"/>
              <a:t>WindiCSS</a:t>
            </a:r>
          </a:p>
        </p:txBody>
      </p:sp>
      <p:sp>
        <p:nvSpPr>
          <p:cNvPr id="18" name="Google Shape;865;p106">
            <a:extLst>
              <a:ext uri="{FF2B5EF4-FFF2-40B4-BE49-F238E27FC236}">
                <a16:creationId xmlns:a16="http://schemas.microsoft.com/office/drawing/2014/main" id="{895FB79A-85C4-4533-A8C8-F7B1EE00B94F}"/>
              </a:ext>
            </a:extLst>
          </p:cNvPr>
          <p:cNvSpPr txBox="1">
            <a:spLocks/>
          </p:cNvSpPr>
          <p:nvPr/>
        </p:nvSpPr>
        <p:spPr>
          <a:xfrm>
            <a:off x="1954436" y="3171190"/>
            <a:ext cx="1837420" cy="73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Pour ameliorer le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Eviter la latence</a:t>
            </a:r>
            <a:endParaRPr lang="fr-FR" dirty="0"/>
          </a:p>
        </p:txBody>
      </p:sp>
      <p:sp>
        <p:nvSpPr>
          <p:cNvPr id="21" name="Google Shape;865;p106">
            <a:extLst>
              <a:ext uri="{FF2B5EF4-FFF2-40B4-BE49-F238E27FC236}">
                <a16:creationId xmlns:a16="http://schemas.microsoft.com/office/drawing/2014/main" id="{052CB941-09E8-4C11-A331-078F716BAF8A}"/>
              </a:ext>
            </a:extLst>
          </p:cNvPr>
          <p:cNvSpPr txBox="1">
            <a:spLocks/>
          </p:cNvSpPr>
          <p:nvPr/>
        </p:nvSpPr>
        <p:spPr>
          <a:xfrm>
            <a:off x="2491860" y="3997120"/>
            <a:ext cx="3408877" cy="73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Condensed Light"/>
              <a:buNone/>
              <a:defRPr sz="16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fr-FR" dirty="0"/>
              <a:t>rendre le développement </a:t>
            </a:r>
            <a:r>
              <a:rPr lang="fr-FR" i="1" dirty="0"/>
              <a:t>ultra rapide</a:t>
            </a:r>
            <a:endParaRPr lang="fr-FR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fr-FR" dirty="0"/>
              <a:t>ne générer que le CSS utilisé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fr-FR" dirty="0"/>
              <a:t>offrir une expérience plus fluide que Tailwind</a:t>
            </a:r>
          </a:p>
        </p:txBody>
      </p:sp>
      <p:sp>
        <p:nvSpPr>
          <p:cNvPr id="24" name="Google Shape;1024;p117">
            <a:extLst>
              <a:ext uri="{FF2B5EF4-FFF2-40B4-BE49-F238E27FC236}">
                <a16:creationId xmlns:a16="http://schemas.microsoft.com/office/drawing/2014/main" id="{A927E826-66FE-423E-B75C-66D0C9F5228C}"/>
              </a:ext>
            </a:extLst>
          </p:cNvPr>
          <p:cNvSpPr/>
          <p:nvPr/>
        </p:nvSpPr>
        <p:spPr>
          <a:xfrm>
            <a:off x="4276234" y="776986"/>
            <a:ext cx="2331735" cy="1955605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024;p117">
            <a:extLst>
              <a:ext uri="{FF2B5EF4-FFF2-40B4-BE49-F238E27FC236}">
                <a16:creationId xmlns:a16="http://schemas.microsoft.com/office/drawing/2014/main" id="{0904DE5D-6C53-4CC8-B185-4593BB41B702}"/>
              </a:ext>
            </a:extLst>
          </p:cNvPr>
          <p:cNvSpPr/>
          <p:nvPr/>
        </p:nvSpPr>
        <p:spPr>
          <a:xfrm>
            <a:off x="5512529" y="1884197"/>
            <a:ext cx="1095440" cy="947759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Purpose?</a:t>
            </a:r>
            <a:endParaRPr lang="fr-FR" sz="1400" dirty="0"/>
          </a:p>
        </p:txBody>
      </p:sp>
      <p:sp>
        <p:nvSpPr>
          <p:cNvPr id="27" name="Google Shape;1024;p117">
            <a:extLst>
              <a:ext uri="{FF2B5EF4-FFF2-40B4-BE49-F238E27FC236}">
                <a16:creationId xmlns:a16="http://schemas.microsoft.com/office/drawing/2014/main" id="{F14F2D89-FE59-4D63-BAAC-BB4AEA985EBD}"/>
              </a:ext>
            </a:extLst>
          </p:cNvPr>
          <p:cNvSpPr/>
          <p:nvPr/>
        </p:nvSpPr>
        <p:spPr>
          <a:xfrm>
            <a:off x="4346661" y="656502"/>
            <a:ext cx="1095440" cy="947759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create?</a:t>
            </a:r>
            <a:endParaRPr lang="fr-FR" sz="1400" dirty="0"/>
          </a:p>
        </p:txBody>
      </p:sp>
      <p:sp>
        <p:nvSpPr>
          <p:cNvPr id="28" name="Google Shape;1024;p117">
            <a:extLst>
              <a:ext uri="{FF2B5EF4-FFF2-40B4-BE49-F238E27FC236}">
                <a16:creationId xmlns:a16="http://schemas.microsoft.com/office/drawing/2014/main" id="{C98D5446-3F97-46D4-985C-CABC03030027}"/>
              </a:ext>
            </a:extLst>
          </p:cNvPr>
          <p:cNvSpPr/>
          <p:nvPr/>
        </p:nvSpPr>
        <p:spPr>
          <a:xfrm>
            <a:off x="9959" y="2647387"/>
            <a:ext cx="1095440" cy="947759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Origine</a:t>
            </a:r>
            <a:endParaRPr lang="fr-FR" sz="1400" dirty="0"/>
          </a:p>
        </p:txBody>
      </p:sp>
      <p:sp>
        <p:nvSpPr>
          <p:cNvPr id="29" name="Google Shape;1024;p117">
            <a:extLst>
              <a:ext uri="{FF2B5EF4-FFF2-40B4-BE49-F238E27FC236}">
                <a16:creationId xmlns:a16="http://schemas.microsoft.com/office/drawing/2014/main" id="{C2F6537C-2E75-4D21-96A4-DC789AE8E06D}"/>
              </a:ext>
            </a:extLst>
          </p:cNvPr>
          <p:cNvSpPr/>
          <p:nvPr/>
        </p:nvSpPr>
        <p:spPr>
          <a:xfrm>
            <a:off x="1241332" y="3953768"/>
            <a:ext cx="1095440" cy="947759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objectifs</a:t>
            </a:r>
            <a:endParaRPr lang="fr-FR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" grpId="0"/>
      <p:bldP spid="25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47"/>
          <p:cNvSpPr txBox="1">
            <a:spLocks noGrp="1"/>
          </p:cNvSpPr>
          <p:nvPr>
            <p:ph type="ctrTitle"/>
          </p:nvPr>
        </p:nvSpPr>
        <p:spPr>
          <a:xfrm flipH="1">
            <a:off x="914400" y="432420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Fonctionnement : le principe du "on-demand"</a:t>
            </a:r>
            <a:endParaRPr dirty="0"/>
          </a:p>
        </p:txBody>
      </p:sp>
      <p:grpSp>
        <p:nvGrpSpPr>
          <p:cNvPr id="1746" name="Google Shape;1746;p147"/>
          <p:cNvGrpSpPr/>
          <p:nvPr/>
        </p:nvGrpSpPr>
        <p:grpSpPr>
          <a:xfrm>
            <a:off x="2457787" y="2556355"/>
            <a:ext cx="4228423" cy="979620"/>
            <a:chOff x="2457787" y="2317237"/>
            <a:chExt cx="4228423" cy="979620"/>
          </a:xfrm>
        </p:grpSpPr>
        <p:sp>
          <p:nvSpPr>
            <p:cNvPr id="1747" name="Google Shape;1747;p147"/>
            <p:cNvSpPr/>
            <p:nvPr/>
          </p:nvSpPr>
          <p:spPr>
            <a:xfrm>
              <a:off x="2457787" y="2317237"/>
              <a:ext cx="2069813" cy="979620"/>
            </a:xfrm>
            <a:custGeom>
              <a:avLst/>
              <a:gdLst/>
              <a:ahLst/>
              <a:cxnLst/>
              <a:rect l="l" t="t" r="r" b="b"/>
              <a:pathLst>
                <a:path w="34368" h="16266" extrusionOk="0">
                  <a:moveTo>
                    <a:pt x="4679" y="0"/>
                  </a:moveTo>
                  <a:lnTo>
                    <a:pt x="0" y="8133"/>
                  </a:lnTo>
                  <a:lnTo>
                    <a:pt x="4679" y="16265"/>
                  </a:lnTo>
                  <a:lnTo>
                    <a:pt x="14094" y="16265"/>
                  </a:lnTo>
                  <a:lnTo>
                    <a:pt x="17913" y="9590"/>
                  </a:lnTo>
                  <a:lnTo>
                    <a:pt x="22591" y="1458"/>
                  </a:lnTo>
                  <a:lnTo>
                    <a:pt x="30301" y="1458"/>
                  </a:lnTo>
                  <a:lnTo>
                    <a:pt x="33522" y="7098"/>
                  </a:lnTo>
                  <a:lnTo>
                    <a:pt x="34367" y="5640"/>
                  </a:lnTo>
                  <a:lnTo>
                    <a:pt x="33522" y="4183"/>
                  </a:lnTo>
                  <a:lnTo>
                    <a:pt x="31146" y="0"/>
                  </a:lnTo>
                  <a:lnTo>
                    <a:pt x="21746" y="0"/>
                  </a:lnTo>
                  <a:lnTo>
                    <a:pt x="17067" y="8133"/>
                  </a:lnTo>
                  <a:lnTo>
                    <a:pt x="13234" y="14808"/>
                  </a:lnTo>
                  <a:lnTo>
                    <a:pt x="5524" y="14808"/>
                  </a:lnTo>
                  <a:lnTo>
                    <a:pt x="1706" y="8133"/>
                  </a:lnTo>
                  <a:lnTo>
                    <a:pt x="5524" y="1458"/>
                  </a:lnTo>
                  <a:lnTo>
                    <a:pt x="13234" y="1458"/>
                  </a:lnTo>
                  <a:lnTo>
                    <a:pt x="16455" y="7098"/>
                  </a:lnTo>
                  <a:lnTo>
                    <a:pt x="17301" y="5640"/>
                  </a:lnTo>
                  <a:lnTo>
                    <a:pt x="16455" y="4183"/>
                  </a:lnTo>
                  <a:lnTo>
                    <a:pt x="14094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8" name="Google Shape;1748;p147"/>
            <p:cNvSpPr/>
            <p:nvPr/>
          </p:nvSpPr>
          <p:spPr>
            <a:xfrm>
              <a:off x="4615554" y="2317237"/>
              <a:ext cx="2070656" cy="979620"/>
            </a:xfrm>
            <a:custGeom>
              <a:avLst/>
              <a:gdLst/>
              <a:ahLst/>
              <a:cxnLst/>
              <a:rect l="l" t="t" r="r" b="b"/>
              <a:pathLst>
                <a:path w="34382" h="16266" extrusionOk="0">
                  <a:moveTo>
                    <a:pt x="20288" y="0"/>
                  </a:moveTo>
                  <a:lnTo>
                    <a:pt x="16470" y="6675"/>
                  </a:lnTo>
                  <a:lnTo>
                    <a:pt x="11791" y="14808"/>
                  </a:lnTo>
                  <a:lnTo>
                    <a:pt x="4081" y="14808"/>
                  </a:lnTo>
                  <a:lnTo>
                    <a:pt x="860" y="9167"/>
                  </a:lnTo>
                  <a:lnTo>
                    <a:pt x="0" y="10625"/>
                  </a:lnTo>
                  <a:lnTo>
                    <a:pt x="860" y="12082"/>
                  </a:lnTo>
                  <a:lnTo>
                    <a:pt x="3221" y="16265"/>
                  </a:lnTo>
                  <a:lnTo>
                    <a:pt x="12637" y="16265"/>
                  </a:lnTo>
                  <a:lnTo>
                    <a:pt x="17315" y="8133"/>
                  </a:lnTo>
                  <a:lnTo>
                    <a:pt x="21134" y="1458"/>
                  </a:lnTo>
                  <a:lnTo>
                    <a:pt x="28858" y="1458"/>
                  </a:lnTo>
                  <a:lnTo>
                    <a:pt x="32677" y="8133"/>
                  </a:lnTo>
                  <a:lnTo>
                    <a:pt x="28858" y="14808"/>
                  </a:lnTo>
                  <a:lnTo>
                    <a:pt x="21134" y="14808"/>
                  </a:lnTo>
                  <a:lnTo>
                    <a:pt x="17927" y="9167"/>
                  </a:lnTo>
                  <a:lnTo>
                    <a:pt x="17067" y="10625"/>
                  </a:lnTo>
                  <a:lnTo>
                    <a:pt x="17927" y="12082"/>
                  </a:lnTo>
                  <a:lnTo>
                    <a:pt x="20288" y="16265"/>
                  </a:lnTo>
                  <a:lnTo>
                    <a:pt x="29703" y="16265"/>
                  </a:lnTo>
                  <a:lnTo>
                    <a:pt x="34382" y="8133"/>
                  </a:lnTo>
                  <a:lnTo>
                    <a:pt x="2970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9" name="Google Shape;1749;p147"/>
            <p:cNvSpPr/>
            <p:nvPr/>
          </p:nvSpPr>
          <p:spPr>
            <a:xfrm>
              <a:off x="3580437" y="2317237"/>
              <a:ext cx="1978512" cy="979620"/>
            </a:xfrm>
            <a:custGeom>
              <a:avLst/>
              <a:gdLst/>
              <a:ahLst/>
              <a:cxnLst/>
              <a:rect l="l" t="t" r="r" b="b"/>
              <a:pathLst>
                <a:path w="32852" h="16266" extrusionOk="0">
                  <a:moveTo>
                    <a:pt x="20347" y="0"/>
                  </a:moveTo>
                  <a:lnTo>
                    <a:pt x="16455" y="6675"/>
                  </a:lnTo>
                  <a:lnTo>
                    <a:pt x="11850" y="14808"/>
                  </a:lnTo>
                  <a:lnTo>
                    <a:pt x="4125" y="14808"/>
                  </a:lnTo>
                  <a:lnTo>
                    <a:pt x="846" y="9167"/>
                  </a:lnTo>
                  <a:lnTo>
                    <a:pt x="0" y="10625"/>
                  </a:lnTo>
                  <a:lnTo>
                    <a:pt x="846" y="12082"/>
                  </a:lnTo>
                  <a:lnTo>
                    <a:pt x="3280" y="16265"/>
                  </a:lnTo>
                  <a:lnTo>
                    <a:pt x="12695" y="16265"/>
                  </a:lnTo>
                  <a:lnTo>
                    <a:pt x="17315" y="8133"/>
                  </a:lnTo>
                  <a:lnTo>
                    <a:pt x="21134" y="1458"/>
                  </a:lnTo>
                  <a:lnTo>
                    <a:pt x="28902" y="1458"/>
                  </a:lnTo>
                  <a:lnTo>
                    <a:pt x="32065" y="6981"/>
                  </a:lnTo>
                  <a:lnTo>
                    <a:pt x="32852" y="5524"/>
                  </a:lnTo>
                  <a:lnTo>
                    <a:pt x="2970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1750" name="Google Shape;1750;p147"/>
          <p:cNvCxnSpPr/>
          <p:nvPr/>
        </p:nvCxnSpPr>
        <p:spPr>
          <a:xfrm rot="10800000">
            <a:off x="6125025" y="2327218"/>
            <a:ext cx="0" cy="234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751" name="Google Shape;1751;p147"/>
          <p:cNvCxnSpPr/>
          <p:nvPr/>
        </p:nvCxnSpPr>
        <p:spPr>
          <a:xfrm rot="10800000">
            <a:off x="4059300" y="2327368"/>
            <a:ext cx="0" cy="229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770" name="Google Shape;1770;p147"/>
          <p:cNvCxnSpPr/>
          <p:nvPr/>
        </p:nvCxnSpPr>
        <p:spPr>
          <a:xfrm>
            <a:off x="3008278" y="3541159"/>
            <a:ext cx="0" cy="234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771" name="Google Shape;1771;p147"/>
          <p:cNvCxnSpPr/>
          <p:nvPr/>
        </p:nvCxnSpPr>
        <p:spPr>
          <a:xfrm>
            <a:off x="5074003" y="3541150"/>
            <a:ext cx="0" cy="229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773" name="Google Shape;1773;p147"/>
          <p:cNvSpPr txBox="1">
            <a:spLocks noGrp="1"/>
          </p:cNvSpPr>
          <p:nvPr>
            <p:ph type="subTitle" idx="1"/>
          </p:nvPr>
        </p:nvSpPr>
        <p:spPr>
          <a:xfrm>
            <a:off x="2092759" y="3875011"/>
            <a:ext cx="1831037" cy="730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Fichiers CSS ultra légers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5" name="Google Shape;1775;p147"/>
          <p:cNvSpPr txBox="1">
            <a:spLocks noGrp="1"/>
          </p:cNvSpPr>
          <p:nvPr>
            <p:ph type="subTitle" idx="4"/>
          </p:nvPr>
        </p:nvSpPr>
        <p:spPr>
          <a:xfrm>
            <a:off x="4251717" y="3875011"/>
            <a:ext cx="1812593" cy="653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Développement beaucoup plus fluide</a:t>
            </a:r>
            <a:endParaRPr dirty="0"/>
          </a:p>
        </p:txBody>
      </p:sp>
      <p:sp>
        <p:nvSpPr>
          <p:cNvPr id="1777" name="Google Shape;1777;p147"/>
          <p:cNvSpPr txBox="1">
            <a:spLocks noGrp="1"/>
          </p:cNvSpPr>
          <p:nvPr>
            <p:ph type="subTitle" idx="6"/>
          </p:nvPr>
        </p:nvSpPr>
        <p:spPr>
          <a:xfrm>
            <a:off x="3037242" y="1588715"/>
            <a:ext cx="1899899" cy="749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Chargement plus rapide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9" name="Google Shape;1779;p147"/>
          <p:cNvSpPr txBox="1">
            <a:spLocks noGrp="1"/>
          </p:cNvSpPr>
          <p:nvPr>
            <p:ph type="subTitle" idx="8"/>
          </p:nvPr>
        </p:nvSpPr>
        <p:spPr>
          <a:xfrm>
            <a:off x="5002287" y="1567816"/>
            <a:ext cx="2124045" cy="9599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Moins de compilation inutile</a:t>
            </a:r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39" name="Google Shape;1178;p123">
            <a:extLst>
              <a:ext uri="{FF2B5EF4-FFF2-40B4-BE49-F238E27FC236}">
                <a16:creationId xmlns:a16="http://schemas.microsoft.com/office/drawing/2014/main" id="{2D09C2EF-C0D0-4A79-AD4C-8C834E359714}"/>
              </a:ext>
            </a:extLst>
          </p:cNvPr>
          <p:cNvGrpSpPr/>
          <p:nvPr/>
        </p:nvGrpSpPr>
        <p:grpSpPr>
          <a:xfrm>
            <a:off x="4898742" y="2904840"/>
            <a:ext cx="342615" cy="340186"/>
            <a:chOff x="890400" y="4399350"/>
            <a:chExt cx="486600" cy="483150"/>
          </a:xfrm>
        </p:grpSpPr>
        <p:sp>
          <p:nvSpPr>
            <p:cNvPr id="40" name="Google Shape;1179;p123">
              <a:extLst>
                <a:ext uri="{FF2B5EF4-FFF2-40B4-BE49-F238E27FC236}">
                  <a16:creationId xmlns:a16="http://schemas.microsoft.com/office/drawing/2014/main" id="{D40E6B37-5E17-4335-901A-FE4698E01205}"/>
                </a:ext>
              </a:extLst>
            </p:cNvPr>
            <p:cNvSpPr/>
            <p:nvPr/>
          </p:nvSpPr>
          <p:spPr>
            <a:xfrm>
              <a:off x="1125300" y="4503075"/>
              <a:ext cx="153800" cy="141650"/>
            </a:xfrm>
            <a:custGeom>
              <a:avLst/>
              <a:gdLst/>
              <a:ahLst/>
              <a:cxnLst/>
              <a:rect l="l" t="t" r="r" b="b"/>
              <a:pathLst>
                <a:path w="6152" h="5666" extrusionOk="0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41" name="Google Shape;1180;p123">
              <a:extLst>
                <a:ext uri="{FF2B5EF4-FFF2-40B4-BE49-F238E27FC236}">
                  <a16:creationId xmlns:a16="http://schemas.microsoft.com/office/drawing/2014/main" id="{CDD7F035-A582-44E0-BAA2-83CE158BFD8E}"/>
                </a:ext>
              </a:extLst>
            </p:cNvPr>
            <p:cNvSpPr/>
            <p:nvPr/>
          </p:nvSpPr>
          <p:spPr>
            <a:xfrm>
              <a:off x="890400" y="4399350"/>
              <a:ext cx="486600" cy="483150"/>
            </a:xfrm>
            <a:custGeom>
              <a:avLst/>
              <a:gdLst/>
              <a:ahLst/>
              <a:cxnLst/>
              <a:rect l="l" t="t" r="r" b="b"/>
              <a:pathLst>
                <a:path w="19464" h="19326" extrusionOk="0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42" name="Google Shape;1181;p123">
              <a:extLst>
                <a:ext uri="{FF2B5EF4-FFF2-40B4-BE49-F238E27FC236}">
                  <a16:creationId xmlns:a16="http://schemas.microsoft.com/office/drawing/2014/main" id="{4AF2742A-7A89-4B2E-9B7A-1C280EA45197}"/>
                </a:ext>
              </a:extLst>
            </p:cNvPr>
            <p:cNvSpPr/>
            <p:nvPr/>
          </p:nvSpPr>
          <p:spPr>
            <a:xfrm>
              <a:off x="1106975" y="4639875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</p:grpSp>
      <p:sp>
        <p:nvSpPr>
          <p:cNvPr id="44" name="Google Shape;1768;p147">
            <a:extLst>
              <a:ext uri="{FF2B5EF4-FFF2-40B4-BE49-F238E27FC236}">
                <a16:creationId xmlns:a16="http://schemas.microsoft.com/office/drawing/2014/main" id="{CB559532-2823-47B2-A148-CEC3E2E2F07C}"/>
              </a:ext>
            </a:extLst>
          </p:cNvPr>
          <p:cNvSpPr/>
          <p:nvPr/>
        </p:nvSpPr>
        <p:spPr>
          <a:xfrm>
            <a:off x="3878040" y="2895605"/>
            <a:ext cx="342486" cy="349421"/>
          </a:xfrm>
          <a:custGeom>
            <a:avLst/>
            <a:gdLst/>
            <a:ahLst/>
            <a:cxnLst/>
            <a:rect l="l" t="t" r="r" b="b"/>
            <a:pathLst>
              <a:path w="12445" h="12697" extrusionOk="0">
                <a:moveTo>
                  <a:pt x="6648" y="851"/>
                </a:moveTo>
                <a:lnTo>
                  <a:pt x="6648" y="1954"/>
                </a:lnTo>
                <a:lnTo>
                  <a:pt x="5860" y="1954"/>
                </a:lnTo>
                <a:lnTo>
                  <a:pt x="5860" y="851"/>
                </a:lnTo>
                <a:close/>
                <a:moveTo>
                  <a:pt x="1261" y="1954"/>
                </a:moveTo>
                <a:cubicBezTo>
                  <a:pt x="1355" y="1954"/>
                  <a:pt x="1450" y="1985"/>
                  <a:pt x="1544" y="2080"/>
                </a:cubicBezTo>
                <a:cubicBezTo>
                  <a:pt x="1733" y="2237"/>
                  <a:pt x="1733" y="2521"/>
                  <a:pt x="1576" y="2678"/>
                </a:cubicBezTo>
                <a:cubicBezTo>
                  <a:pt x="1497" y="2757"/>
                  <a:pt x="1387" y="2797"/>
                  <a:pt x="1276" y="2797"/>
                </a:cubicBezTo>
                <a:cubicBezTo>
                  <a:pt x="1166" y="2797"/>
                  <a:pt x="1056" y="2757"/>
                  <a:pt x="977" y="2678"/>
                </a:cubicBezTo>
                <a:cubicBezTo>
                  <a:pt x="819" y="2521"/>
                  <a:pt x="819" y="2237"/>
                  <a:pt x="977" y="2080"/>
                </a:cubicBezTo>
                <a:cubicBezTo>
                  <a:pt x="1072" y="1985"/>
                  <a:pt x="1198" y="1954"/>
                  <a:pt x="1261" y="1954"/>
                </a:cubicBezTo>
                <a:close/>
                <a:moveTo>
                  <a:pt x="11216" y="1954"/>
                </a:moveTo>
                <a:cubicBezTo>
                  <a:pt x="11468" y="1954"/>
                  <a:pt x="11626" y="2143"/>
                  <a:pt x="11626" y="2395"/>
                </a:cubicBezTo>
                <a:cubicBezTo>
                  <a:pt x="11626" y="2615"/>
                  <a:pt x="11437" y="2836"/>
                  <a:pt x="11216" y="2836"/>
                </a:cubicBezTo>
                <a:cubicBezTo>
                  <a:pt x="11027" y="2836"/>
                  <a:pt x="10807" y="2615"/>
                  <a:pt x="10807" y="2395"/>
                </a:cubicBezTo>
                <a:cubicBezTo>
                  <a:pt x="10807" y="2143"/>
                  <a:pt x="10996" y="1954"/>
                  <a:pt x="11216" y="1954"/>
                </a:cubicBezTo>
                <a:close/>
                <a:moveTo>
                  <a:pt x="6270" y="2773"/>
                </a:moveTo>
                <a:cubicBezTo>
                  <a:pt x="8759" y="2773"/>
                  <a:pt x="10807" y="4821"/>
                  <a:pt x="10807" y="7341"/>
                </a:cubicBezTo>
                <a:cubicBezTo>
                  <a:pt x="10807" y="9861"/>
                  <a:pt x="8759" y="11909"/>
                  <a:pt x="6270" y="11909"/>
                </a:cubicBezTo>
                <a:cubicBezTo>
                  <a:pt x="3781" y="11909"/>
                  <a:pt x="1733" y="9861"/>
                  <a:pt x="1733" y="7341"/>
                </a:cubicBezTo>
                <a:cubicBezTo>
                  <a:pt x="1733" y="4821"/>
                  <a:pt x="3781" y="2773"/>
                  <a:pt x="6270" y="2773"/>
                </a:cubicBezTo>
                <a:close/>
                <a:moveTo>
                  <a:pt x="4663" y="0"/>
                </a:moveTo>
                <a:cubicBezTo>
                  <a:pt x="4411" y="0"/>
                  <a:pt x="4254" y="189"/>
                  <a:pt x="4254" y="410"/>
                </a:cubicBezTo>
                <a:cubicBezTo>
                  <a:pt x="4254" y="662"/>
                  <a:pt x="4474" y="851"/>
                  <a:pt x="4663" y="851"/>
                </a:cubicBezTo>
                <a:lnTo>
                  <a:pt x="5104" y="851"/>
                </a:lnTo>
                <a:lnTo>
                  <a:pt x="5104" y="2111"/>
                </a:lnTo>
                <a:cubicBezTo>
                  <a:pt x="4254" y="2300"/>
                  <a:pt x="3466" y="2710"/>
                  <a:pt x="2836" y="3245"/>
                </a:cubicBezTo>
                <a:lnTo>
                  <a:pt x="2489" y="2899"/>
                </a:lnTo>
                <a:cubicBezTo>
                  <a:pt x="2741" y="2426"/>
                  <a:pt x="2647" y="1891"/>
                  <a:pt x="2269" y="1481"/>
                </a:cubicBezTo>
                <a:cubicBezTo>
                  <a:pt x="2032" y="1245"/>
                  <a:pt x="1717" y="1127"/>
                  <a:pt x="1394" y="1127"/>
                </a:cubicBezTo>
                <a:cubicBezTo>
                  <a:pt x="1072" y="1127"/>
                  <a:pt x="741" y="1245"/>
                  <a:pt x="473" y="1481"/>
                </a:cubicBezTo>
                <a:cubicBezTo>
                  <a:pt x="0" y="1954"/>
                  <a:pt x="0" y="2741"/>
                  <a:pt x="473" y="3245"/>
                </a:cubicBezTo>
                <a:cubicBezTo>
                  <a:pt x="725" y="3498"/>
                  <a:pt x="1040" y="3624"/>
                  <a:pt x="1355" y="3624"/>
                </a:cubicBezTo>
                <a:cubicBezTo>
                  <a:pt x="1544" y="3624"/>
                  <a:pt x="1702" y="3561"/>
                  <a:pt x="1891" y="3498"/>
                </a:cubicBezTo>
                <a:lnTo>
                  <a:pt x="2269" y="3844"/>
                </a:lnTo>
                <a:cubicBezTo>
                  <a:pt x="1481" y="4789"/>
                  <a:pt x="946" y="6018"/>
                  <a:pt x="946" y="7341"/>
                </a:cubicBezTo>
                <a:cubicBezTo>
                  <a:pt x="946" y="10303"/>
                  <a:pt x="3371" y="12697"/>
                  <a:pt x="6301" y="12697"/>
                </a:cubicBezTo>
                <a:cubicBezTo>
                  <a:pt x="9263" y="12697"/>
                  <a:pt x="11657" y="10303"/>
                  <a:pt x="11657" y="7341"/>
                </a:cubicBezTo>
                <a:cubicBezTo>
                  <a:pt x="11657" y="6018"/>
                  <a:pt x="11185" y="4789"/>
                  <a:pt x="10365" y="3844"/>
                </a:cubicBezTo>
                <a:lnTo>
                  <a:pt x="10712" y="3498"/>
                </a:lnTo>
                <a:cubicBezTo>
                  <a:pt x="10838" y="3561"/>
                  <a:pt x="11027" y="3624"/>
                  <a:pt x="11216" y="3624"/>
                </a:cubicBezTo>
                <a:cubicBezTo>
                  <a:pt x="11909" y="3624"/>
                  <a:pt x="12445" y="3056"/>
                  <a:pt x="12445" y="2363"/>
                </a:cubicBezTo>
                <a:cubicBezTo>
                  <a:pt x="12445" y="1670"/>
                  <a:pt x="11909" y="1135"/>
                  <a:pt x="11216" y="1135"/>
                </a:cubicBezTo>
                <a:cubicBezTo>
                  <a:pt x="10555" y="1135"/>
                  <a:pt x="10019" y="1670"/>
                  <a:pt x="10019" y="2363"/>
                </a:cubicBezTo>
                <a:cubicBezTo>
                  <a:pt x="10019" y="2552"/>
                  <a:pt x="10050" y="2710"/>
                  <a:pt x="10113" y="2899"/>
                </a:cubicBezTo>
                <a:lnTo>
                  <a:pt x="9767" y="3245"/>
                </a:lnTo>
                <a:cubicBezTo>
                  <a:pt x="9137" y="2710"/>
                  <a:pt x="8349" y="2300"/>
                  <a:pt x="7530" y="2111"/>
                </a:cubicBezTo>
                <a:lnTo>
                  <a:pt x="7530" y="851"/>
                </a:lnTo>
                <a:lnTo>
                  <a:pt x="7971" y="851"/>
                </a:lnTo>
                <a:cubicBezTo>
                  <a:pt x="8192" y="851"/>
                  <a:pt x="8349" y="662"/>
                  <a:pt x="8349" y="410"/>
                </a:cubicBezTo>
                <a:cubicBezTo>
                  <a:pt x="8349" y="189"/>
                  <a:pt x="8160" y="0"/>
                  <a:pt x="79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1769;p147">
            <a:extLst>
              <a:ext uri="{FF2B5EF4-FFF2-40B4-BE49-F238E27FC236}">
                <a16:creationId xmlns:a16="http://schemas.microsoft.com/office/drawing/2014/main" id="{78BABF8A-53AB-4433-8F5D-17C279288D53}"/>
              </a:ext>
            </a:extLst>
          </p:cNvPr>
          <p:cNvSpPr/>
          <p:nvPr/>
        </p:nvSpPr>
        <p:spPr>
          <a:xfrm>
            <a:off x="3954945" y="2982287"/>
            <a:ext cx="206372" cy="203758"/>
          </a:xfrm>
          <a:custGeom>
            <a:avLst/>
            <a:gdLst/>
            <a:ahLst/>
            <a:cxnLst/>
            <a:rect l="l" t="t" r="r" b="b"/>
            <a:pathLst>
              <a:path w="7499" h="7404" extrusionOk="0">
                <a:moveTo>
                  <a:pt x="3309" y="819"/>
                </a:moveTo>
                <a:lnTo>
                  <a:pt x="3309" y="3686"/>
                </a:lnTo>
                <a:cubicBezTo>
                  <a:pt x="3309" y="3938"/>
                  <a:pt x="3498" y="4127"/>
                  <a:pt x="3718" y="4127"/>
                </a:cubicBezTo>
                <a:lnTo>
                  <a:pt x="6612" y="4127"/>
                </a:lnTo>
                <a:cubicBezTo>
                  <a:pt x="6410" y="5529"/>
                  <a:pt x="5188" y="6585"/>
                  <a:pt x="3750" y="6585"/>
                </a:cubicBezTo>
                <a:cubicBezTo>
                  <a:pt x="2143" y="6585"/>
                  <a:pt x="820" y="5261"/>
                  <a:pt x="820" y="3686"/>
                </a:cubicBezTo>
                <a:cubicBezTo>
                  <a:pt x="820" y="2237"/>
                  <a:pt x="1891" y="1008"/>
                  <a:pt x="3309" y="819"/>
                </a:cubicBezTo>
                <a:close/>
                <a:moveTo>
                  <a:pt x="3750" y="0"/>
                </a:moveTo>
                <a:cubicBezTo>
                  <a:pt x="1702" y="0"/>
                  <a:pt x="1" y="1638"/>
                  <a:pt x="1" y="3686"/>
                </a:cubicBezTo>
                <a:cubicBezTo>
                  <a:pt x="1" y="5734"/>
                  <a:pt x="1671" y="7404"/>
                  <a:pt x="3750" y="7404"/>
                </a:cubicBezTo>
                <a:cubicBezTo>
                  <a:pt x="5798" y="7404"/>
                  <a:pt x="7499" y="5734"/>
                  <a:pt x="7499" y="3686"/>
                </a:cubicBezTo>
                <a:cubicBezTo>
                  <a:pt x="7499" y="3466"/>
                  <a:pt x="7278" y="3277"/>
                  <a:pt x="7058" y="3277"/>
                </a:cubicBezTo>
                <a:lnTo>
                  <a:pt x="4128" y="3277"/>
                </a:lnTo>
                <a:lnTo>
                  <a:pt x="4128" y="378"/>
                </a:lnTo>
                <a:cubicBezTo>
                  <a:pt x="4128" y="158"/>
                  <a:pt x="3939" y="0"/>
                  <a:pt x="37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8" name="Google Shape;1109;p121">
            <a:extLst>
              <a:ext uri="{FF2B5EF4-FFF2-40B4-BE49-F238E27FC236}">
                <a16:creationId xmlns:a16="http://schemas.microsoft.com/office/drawing/2014/main" id="{E82CB2DF-3C2B-4183-B2AF-A01DE42C33C7}"/>
              </a:ext>
            </a:extLst>
          </p:cNvPr>
          <p:cNvGrpSpPr/>
          <p:nvPr/>
        </p:nvGrpSpPr>
        <p:grpSpPr>
          <a:xfrm>
            <a:off x="5939373" y="2915842"/>
            <a:ext cx="327823" cy="289720"/>
            <a:chOff x="-3137650" y="2787000"/>
            <a:chExt cx="291450" cy="257575"/>
          </a:xfrm>
        </p:grpSpPr>
        <p:sp>
          <p:nvSpPr>
            <p:cNvPr id="49" name="Google Shape;1110;p121">
              <a:extLst>
                <a:ext uri="{FF2B5EF4-FFF2-40B4-BE49-F238E27FC236}">
                  <a16:creationId xmlns:a16="http://schemas.microsoft.com/office/drawing/2014/main" id="{8246A447-774F-4A87-BFB7-F63FA1559B24}"/>
                </a:ext>
              </a:extLst>
            </p:cNvPr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111;p121">
              <a:extLst>
                <a:ext uri="{FF2B5EF4-FFF2-40B4-BE49-F238E27FC236}">
                  <a16:creationId xmlns:a16="http://schemas.microsoft.com/office/drawing/2014/main" id="{B9104241-C8FD-4104-B25C-5C4B0A8D43F1}"/>
                </a:ext>
              </a:extLst>
            </p:cNvPr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112;p121">
              <a:extLst>
                <a:ext uri="{FF2B5EF4-FFF2-40B4-BE49-F238E27FC236}">
                  <a16:creationId xmlns:a16="http://schemas.microsoft.com/office/drawing/2014/main" id="{4E58BC5A-CA28-42F4-9277-D4C5AB9A76EE}"/>
                </a:ext>
              </a:extLst>
            </p:cNvPr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113;p121">
              <a:extLst>
                <a:ext uri="{FF2B5EF4-FFF2-40B4-BE49-F238E27FC236}">
                  <a16:creationId xmlns:a16="http://schemas.microsoft.com/office/drawing/2014/main" id="{F19B6BD9-152D-487D-B326-0D648CC40524}"/>
                </a:ext>
              </a:extLst>
            </p:cNvPr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114;p121">
              <a:extLst>
                <a:ext uri="{FF2B5EF4-FFF2-40B4-BE49-F238E27FC236}">
                  <a16:creationId xmlns:a16="http://schemas.microsoft.com/office/drawing/2014/main" id="{CD0B3CF4-4153-4121-9661-73320814080D}"/>
                </a:ext>
              </a:extLst>
            </p:cNvPr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1115;p121">
              <a:extLst>
                <a:ext uri="{FF2B5EF4-FFF2-40B4-BE49-F238E27FC236}">
                  <a16:creationId xmlns:a16="http://schemas.microsoft.com/office/drawing/2014/main" id="{EA23BE23-013D-4B1E-88F0-D6FAD6CE08FF}"/>
                </a:ext>
              </a:extLst>
            </p:cNvPr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1116;p121">
              <a:extLst>
                <a:ext uri="{FF2B5EF4-FFF2-40B4-BE49-F238E27FC236}">
                  <a16:creationId xmlns:a16="http://schemas.microsoft.com/office/drawing/2014/main" id="{FB4BFB9E-4C6D-4258-8A62-7E04656CE82C}"/>
                </a:ext>
              </a:extLst>
            </p:cNvPr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1117;p121">
              <a:extLst>
                <a:ext uri="{FF2B5EF4-FFF2-40B4-BE49-F238E27FC236}">
                  <a16:creationId xmlns:a16="http://schemas.microsoft.com/office/drawing/2014/main" id="{60E3F0C1-6AAD-48E6-9541-06858AFEE84D}"/>
                </a:ext>
              </a:extLst>
            </p:cNvPr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8" name="Google Shape;2029;p156">
            <a:extLst>
              <a:ext uri="{FF2B5EF4-FFF2-40B4-BE49-F238E27FC236}">
                <a16:creationId xmlns:a16="http://schemas.microsoft.com/office/drawing/2014/main" id="{A2B63439-3BE5-43FA-A1E5-42F0EAD0C907}"/>
              </a:ext>
            </a:extLst>
          </p:cNvPr>
          <p:cNvGrpSpPr/>
          <p:nvPr/>
        </p:nvGrpSpPr>
        <p:grpSpPr>
          <a:xfrm flipH="1">
            <a:off x="2831872" y="2938250"/>
            <a:ext cx="412265" cy="312795"/>
            <a:chOff x="5552134" y="2528043"/>
            <a:chExt cx="488629" cy="409775"/>
          </a:xfrm>
        </p:grpSpPr>
        <p:sp>
          <p:nvSpPr>
            <p:cNvPr id="59" name="Google Shape;2030;p156">
              <a:extLst>
                <a:ext uri="{FF2B5EF4-FFF2-40B4-BE49-F238E27FC236}">
                  <a16:creationId xmlns:a16="http://schemas.microsoft.com/office/drawing/2014/main" id="{A908FBDF-0193-43B2-B699-DCC15241D68F}"/>
                </a:ext>
              </a:extLst>
            </p:cNvPr>
            <p:cNvSpPr/>
            <p:nvPr/>
          </p:nvSpPr>
          <p:spPr>
            <a:xfrm>
              <a:off x="5552134" y="2732921"/>
              <a:ext cx="71503" cy="204896"/>
            </a:xfrm>
            <a:custGeom>
              <a:avLst/>
              <a:gdLst/>
              <a:ahLst/>
              <a:cxnLst/>
              <a:rect l="l" t="t" r="r" b="b"/>
              <a:pathLst>
                <a:path w="4076" h="11680" extrusionOk="0">
                  <a:moveTo>
                    <a:pt x="1" y="0"/>
                  </a:moveTo>
                  <a:lnTo>
                    <a:pt x="1" y="11679"/>
                  </a:lnTo>
                  <a:lnTo>
                    <a:pt x="4076" y="11679"/>
                  </a:lnTo>
                  <a:lnTo>
                    <a:pt x="4076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2031;p156">
              <a:extLst>
                <a:ext uri="{FF2B5EF4-FFF2-40B4-BE49-F238E27FC236}">
                  <a16:creationId xmlns:a16="http://schemas.microsoft.com/office/drawing/2014/main" id="{97E4EBFA-96EF-4060-AB5D-E472ABCE7F7A}"/>
                </a:ext>
              </a:extLst>
            </p:cNvPr>
            <p:cNvSpPr/>
            <p:nvPr/>
          </p:nvSpPr>
          <p:spPr>
            <a:xfrm>
              <a:off x="5690685" y="2677645"/>
              <a:ext cx="71503" cy="260173"/>
            </a:xfrm>
            <a:custGeom>
              <a:avLst/>
              <a:gdLst/>
              <a:ahLst/>
              <a:cxnLst/>
              <a:rect l="l" t="t" r="r" b="b"/>
              <a:pathLst>
                <a:path w="4076" h="14831" extrusionOk="0">
                  <a:moveTo>
                    <a:pt x="1" y="1"/>
                  </a:moveTo>
                  <a:lnTo>
                    <a:pt x="1" y="14830"/>
                  </a:lnTo>
                  <a:lnTo>
                    <a:pt x="4076" y="14830"/>
                  </a:lnTo>
                  <a:lnTo>
                    <a:pt x="4076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2032;p156">
              <a:extLst>
                <a:ext uri="{FF2B5EF4-FFF2-40B4-BE49-F238E27FC236}">
                  <a16:creationId xmlns:a16="http://schemas.microsoft.com/office/drawing/2014/main" id="{69AFF376-8316-4046-9FBC-F0120F47BC3E}"/>
                </a:ext>
              </a:extLst>
            </p:cNvPr>
            <p:cNvSpPr/>
            <p:nvPr/>
          </p:nvSpPr>
          <p:spPr>
            <a:xfrm>
              <a:off x="5829973" y="2618685"/>
              <a:ext cx="71503" cy="319133"/>
            </a:xfrm>
            <a:custGeom>
              <a:avLst/>
              <a:gdLst/>
              <a:ahLst/>
              <a:cxnLst/>
              <a:rect l="l" t="t" r="r" b="b"/>
              <a:pathLst>
                <a:path w="4076" h="18192" extrusionOk="0">
                  <a:moveTo>
                    <a:pt x="1" y="1"/>
                  </a:moveTo>
                  <a:lnTo>
                    <a:pt x="1" y="18191"/>
                  </a:lnTo>
                  <a:lnTo>
                    <a:pt x="4075" y="18191"/>
                  </a:lnTo>
                  <a:lnTo>
                    <a:pt x="4075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033;p156">
              <a:extLst>
                <a:ext uri="{FF2B5EF4-FFF2-40B4-BE49-F238E27FC236}">
                  <a16:creationId xmlns:a16="http://schemas.microsoft.com/office/drawing/2014/main" id="{C48BEAB8-7C5B-49B7-A5FC-DEBB99AC88E3}"/>
                </a:ext>
              </a:extLst>
            </p:cNvPr>
            <p:cNvSpPr/>
            <p:nvPr/>
          </p:nvSpPr>
          <p:spPr>
            <a:xfrm>
              <a:off x="5969260" y="2528043"/>
              <a:ext cx="71503" cy="409775"/>
            </a:xfrm>
            <a:custGeom>
              <a:avLst/>
              <a:gdLst/>
              <a:ahLst/>
              <a:cxnLst/>
              <a:rect l="l" t="t" r="r" b="b"/>
              <a:pathLst>
                <a:path w="4076" h="23359" extrusionOk="0">
                  <a:moveTo>
                    <a:pt x="0" y="1"/>
                  </a:moveTo>
                  <a:lnTo>
                    <a:pt x="0" y="23358"/>
                  </a:lnTo>
                  <a:lnTo>
                    <a:pt x="4075" y="23358"/>
                  </a:lnTo>
                  <a:lnTo>
                    <a:pt x="4075" y="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04436D82-157D-48C1-9D2F-1ED1AB838EF1}"/>
              </a:ext>
            </a:extLst>
          </p:cNvPr>
          <p:cNvCxnSpPr>
            <a:cxnSpLocks/>
          </p:cNvCxnSpPr>
          <p:nvPr/>
        </p:nvCxnSpPr>
        <p:spPr>
          <a:xfrm>
            <a:off x="2803764" y="2813755"/>
            <a:ext cx="469599" cy="18217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Google Shape;827;p100">
            <a:extLst>
              <a:ext uri="{FF2B5EF4-FFF2-40B4-BE49-F238E27FC236}">
                <a16:creationId xmlns:a16="http://schemas.microsoft.com/office/drawing/2014/main" id="{159579CF-FDE3-468E-B86E-EE67FD269385}"/>
              </a:ext>
            </a:extLst>
          </p:cNvPr>
          <p:cNvSpPr txBox="1">
            <a:spLocks/>
          </p:cNvSpPr>
          <p:nvPr/>
        </p:nvSpPr>
        <p:spPr>
          <a:xfrm>
            <a:off x="-142875" y="267321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83" name="Google Shape;1024;p117">
            <a:extLst>
              <a:ext uri="{FF2B5EF4-FFF2-40B4-BE49-F238E27FC236}">
                <a16:creationId xmlns:a16="http://schemas.microsoft.com/office/drawing/2014/main" id="{90417095-BA1F-41DF-A8AB-8A1DC31618E1}"/>
              </a:ext>
            </a:extLst>
          </p:cNvPr>
          <p:cNvSpPr/>
          <p:nvPr/>
        </p:nvSpPr>
        <p:spPr>
          <a:xfrm>
            <a:off x="6926871" y="3046165"/>
            <a:ext cx="2124027" cy="1761579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C’est ce qu’on appelle un moteur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on-demand</a:t>
            </a:r>
            <a:endParaRPr sz="2800" dirty="0"/>
          </a:p>
        </p:txBody>
      </p:sp>
      <p:sp>
        <p:nvSpPr>
          <p:cNvPr id="85" name="Google Shape;1024;p117">
            <a:extLst>
              <a:ext uri="{FF2B5EF4-FFF2-40B4-BE49-F238E27FC236}">
                <a16:creationId xmlns:a16="http://schemas.microsoft.com/office/drawing/2014/main" id="{EED34AA9-F1A9-4E32-8342-989CA2E74F74}"/>
              </a:ext>
            </a:extLst>
          </p:cNvPr>
          <p:cNvSpPr/>
          <p:nvPr/>
        </p:nvSpPr>
        <p:spPr>
          <a:xfrm>
            <a:off x="898134" y="1567816"/>
            <a:ext cx="1095440" cy="947759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4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Avantages</a:t>
            </a:r>
            <a:endParaRPr lang="fr-FR" sz="1400" dirty="0"/>
          </a:p>
        </p:txBody>
      </p:sp>
      <p:sp>
        <p:nvSpPr>
          <p:cNvPr id="86" name="Google Shape;1024;p117">
            <a:extLst>
              <a:ext uri="{FF2B5EF4-FFF2-40B4-BE49-F238E27FC236}">
                <a16:creationId xmlns:a16="http://schemas.microsoft.com/office/drawing/2014/main" id="{8EBC0219-351C-47AC-88CD-B7A05541B62C}"/>
              </a:ext>
            </a:extLst>
          </p:cNvPr>
          <p:cNvSpPr/>
          <p:nvPr/>
        </p:nvSpPr>
        <p:spPr>
          <a:xfrm>
            <a:off x="6522244" y="7619"/>
            <a:ext cx="2528654" cy="1955605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" grpId="0"/>
      <p:bldP spid="1773" grpId="0" build="p"/>
      <p:bldP spid="1775" grpId="0" build="p"/>
      <p:bldP spid="1777" grpId="0" build="p"/>
      <p:bldP spid="1779" grpId="0" build="p"/>
      <p:bldP spid="44" grpId="0" animBg="1"/>
      <p:bldP spid="45" grpId="0" animBg="1"/>
      <p:bldP spid="83" grpId="0" animBg="1"/>
      <p:bldP spid="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10"/>
          <p:cNvSpPr txBox="1">
            <a:spLocks noGrp="1"/>
          </p:cNvSpPr>
          <p:nvPr>
            <p:ph type="ctrTitle"/>
          </p:nvPr>
        </p:nvSpPr>
        <p:spPr>
          <a:xfrm>
            <a:off x="1413969" y="534245"/>
            <a:ext cx="6100762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Les classes utilitaires</a:t>
            </a:r>
            <a:endParaRPr dirty="0"/>
          </a:p>
        </p:txBody>
      </p:sp>
      <p:sp>
        <p:nvSpPr>
          <p:cNvPr id="931" name="Google Shape;931;p110"/>
          <p:cNvSpPr txBox="1">
            <a:spLocks noGrp="1"/>
          </p:cNvSpPr>
          <p:nvPr>
            <p:ph type="ctrTitle" idx="2"/>
          </p:nvPr>
        </p:nvSpPr>
        <p:spPr>
          <a:xfrm>
            <a:off x="3675800" y="1638900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b="1" dirty="0"/>
              <a:t>Taille :</a:t>
            </a:r>
            <a:endParaRPr dirty="0"/>
          </a:p>
        </p:txBody>
      </p:sp>
      <p:sp>
        <p:nvSpPr>
          <p:cNvPr id="932" name="Google Shape;932;p110"/>
          <p:cNvSpPr txBox="1">
            <a:spLocks noGrp="1"/>
          </p:cNvSpPr>
          <p:nvPr>
            <p:ph type="subTitle" idx="1"/>
          </p:nvPr>
        </p:nvSpPr>
        <p:spPr>
          <a:xfrm>
            <a:off x="4172286" y="2124357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w-32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h-8</a:t>
            </a:r>
            <a:endParaRPr dirty="0"/>
          </a:p>
        </p:txBody>
      </p:sp>
      <p:sp>
        <p:nvSpPr>
          <p:cNvPr id="933" name="Google Shape;933;p110"/>
          <p:cNvSpPr txBox="1">
            <a:spLocks noGrp="1"/>
          </p:cNvSpPr>
          <p:nvPr>
            <p:ph type="ctrTitle" idx="3"/>
          </p:nvPr>
        </p:nvSpPr>
        <p:spPr>
          <a:xfrm>
            <a:off x="5921301" y="1628801"/>
            <a:ext cx="1818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b="1" dirty="0"/>
              <a:t>Flexbox :</a:t>
            </a:r>
            <a:r>
              <a:rPr lang="en-CA" dirty="0"/>
              <a:t> </a:t>
            </a:r>
            <a:endParaRPr dirty="0"/>
          </a:p>
        </p:txBody>
      </p:sp>
      <p:sp>
        <p:nvSpPr>
          <p:cNvPr id="934" name="Google Shape;934;p110"/>
          <p:cNvSpPr txBox="1">
            <a:spLocks noGrp="1"/>
          </p:cNvSpPr>
          <p:nvPr>
            <p:ph type="subTitle" idx="4"/>
          </p:nvPr>
        </p:nvSpPr>
        <p:spPr>
          <a:xfrm>
            <a:off x="6100110" y="2022701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CA" dirty="0"/>
              <a:t>Flex</a:t>
            </a:r>
          </a:p>
          <a:p>
            <a:pPr marL="285750" lvl="0" indent="-2857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CA" dirty="0"/>
              <a:t>items-center</a:t>
            </a:r>
          </a:p>
          <a:p>
            <a:pPr marL="285750" lvl="0" indent="-2857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CA" dirty="0"/>
              <a:t>justify-between</a:t>
            </a:r>
            <a:endParaRPr dirty="0"/>
          </a:p>
        </p:txBody>
      </p:sp>
      <p:sp>
        <p:nvSpPr>
          <p:cNvPr id="935" name="Google Shape;935;p110"/>
          <p:cNvSpPr txBox="1">
            <a:spLocks noGrp="1"/>
          </p:cNvSpPr>
          <p:nvPr>
            <p:ph type="ctrTitle" idx="5"/>
          </p:nvPr>
        </p:nvSpPr>
        <p:spPr>
          <a:xfrm>
            <a:off x="1413972" y="1638900"/>
            <a:ext cx="1888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b="1" dirty="0"/>
              <a:t>Couleurs :</a:t>
            </a:r>
            <a:endParaRPr dirty="0"/>
          </a:p>
        </p:txBody>
      </p:sp>
      <p:sp>
        <p:nvSpPr>
          <p:cNvPr id="936" name="Google Shape;936;p110"/>
          <p:cNvSpPr txBox="1">
            <a:spLocks noGrp="1"/>
          </p:cNvSpPr>
          <p:nvPr>
            <p:ph type="subTitle" idx="6"/>
          </p:nvPr>
        </p:nvSpPr>
        <p:spPr>
          <a:xfrm>
            <a:off x="1702150" y="2124357"/>
            <a:ext cx="1878145" cy="577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bg-blue-500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text-gray-700</a:t>
            </a:r>
            <a:endParaRPr dirty="0"/>
          </a:p>
        </p:txBody>
      </p:sp>
      <p:sp>
        <p:nvSpPr>
          <p:cNvPr id="937" name="Google Shape;937;p110"/>
          <p:cNvSpPr txBox="1">
            <a:spLocks noGrp="1"/>
          </p:cNvSpPr>
          <p:nvPr>
            <p:ph type="ctrTitle" idx="7"/>
          </p:nvPr>
        </p:nvSpPr>
        <p:spPr>
          <a:xfrm>
            <a:off x="5920295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b="1" dirty="0"/>
              <a:t>Bordures :</a:t>
            </a:r>
            <a:endParaRPr dirty="0"/>
          </a:p>
        </p:txBody>
      </p:sp>
      <p:sp>
        <p:nvSpPr>
          <p:cNvPr id="938" name="Google Shape;938;p110"/>
          <p:cNvSpPr txBox="1">
            <a:spLocks noGrp="1"/>
          </p:cNvSpPr>
          <p:nvPr>
            <p:ph type="subTitle" idx="8"/>
          </p:nvPr>
        </p:nvSpPr>
        <p:spPr>
          <a:xfrm>
            <a:off x="6132484" y="3606813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CA" dirty="0"/>
              <a:t>rounded-xl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CA" dirty="0"/>
              <a:t>Border-b-black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CA" dirty="0"/>
              <a:t>border-red-400</a:t>
            </a:r>
            <a:endParaRPr dirty="0"/>
          </a:p>
        </p:txBody>
      </p:sp>
      <p:sp>
        <p:nvSpPr>
          <p:cNvPr id="939" name="Google Shape;939;p110"/>
          <p:cNvSpPr txBox="1">
            <a:spLocks noGrp="1"/>
          </p:cNvSpPr>
          <p:nvPr>
            <p:ph type="ctrTitle" idx="9"/>
          </p:nvPr>
        </p:nvSpPr>
        <p:spPr>
          <a:xfrm>
            <a:off x="1413969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b="1" dirty="0"/>
              <a:t>Espacement :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940" name="Google Shape;940;p110"/>
          <p:cNvSpPr txBox="1">
            <a:spLocks noGrp="1"/>
          </p:cNvSpPr>
          <p:nvPr>
            <p:ph type="subTitle" idx="13"/>
          </p:nvPr>
        </p:nvSpPr>
        <p:spPr>
          <a:xfrm>
            <a:off x="1804904" y="3638095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mt-4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p-6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gap-3</a:t>
            </a:r>
            <a:endParaRPr dirty="0"/>
          </a:p>
        </p:txBody>
      </p:sp>
      <p:sp>
        <p:nvSpPr>
          <p:cNvPr id="941" name="Google Shape;941;p110"/>
          <p:cNvSpPr txBox="1">
            <a:spLocks noGrp="1"/>
          </p:cNvSpPr>
          <p:nvPr>
            <p:ph type="ctrTitle" idx="14"/>
          </p:nvPr>
        </p:nvSpPr>
        <p:spPr>
          <a:xfrm>
            <a:off x="3675843" y="3212913"/>
            <a:ext cx="1841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b="1" dirty="0"/>
              <a:t>Typographie :</a:t>
            </a:r>
            <a:endParaRPr dirty="0"/>
          </a:p>
        </p:txBody>
      </p:sp>
      <p:sp>
        <p:nvSpPr>
          <p:cNvPr id="942" name="Google Shape;942;p110"/>
          <p:cNvSpPr txBox="1">
            <a:spLocks noGrp="1"/>
          </p:cNvSpPr>
          <p:nvPr>
            <p:ph type="subTitle" idx="15"/>
          </p:nvPr>
        </p:nvSpPr>
        <p:spPr>
          <a:xfrm>
            <a:off x="3968694" y="3759075"/>
            <a:ext cx="1841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text-xl</a:t>
            </a:r>
          </a:p>
          <a:p>
            <a:pPr marL="285750" lvl="0" indent="-285750" algn="l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dirty="0"/>
              <a:t>font-bold</a:t>
            </a:r>
            <a:endParaRPr dirty="0"/>
          </a:p>
        </p:txBody>
      </p:sp>
      <p:sp>
        <p:nvSpPr>
          <p:cNvPr id="15" name="Google Shape;827;p100">
            <a:extLst>
              <a:ext uri="{FF2B5EF4-FFF2-40B4-BE49-F238E27FC236}">
                <a16:creationId xmlns:a16="http://schemas.microsoft.com/office/drawing/2014/main" id="{D207FAA7-22C0-49B5-AD82-0F983565C968}"/>
              </a:ext>
            </a:extLst>
          </p:cNvPr>
          <p:cNvSpPr txBox="1">
            <a:spLocks/>
          </p:cNvSpPr>
          <p:nvPr/>
        </p:nvSpPr>
        <p:spPr>
          <a:xfrm>
            <a:off x="1160223" y="317327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" grpId="0"/>
      <p:bldP spid="931" grpId="0"/>
      <p:bldP spid="932" grpId="0" build="p"/>
      <p:bldP spid="933" grpId="0"/>
      <p:bldP spid="934" grpId="0" build="p"/>
      <p:bldP spid="935" grpId="0"/>
      <p:bldP spid="936" grpId="0" build="p"/>
      <p:bldP spid="937" grpId="0"/>
      <p:bldP spid="938" grpId="0" build="p"/>
      <p:bldP spid="939" grpId="0"/>
      <p:bldP spid="940" grpId="0" build="p"/>
      <p:bldP spid="941" grpId="0"/>
      <p:bldP spid="942" grpId="0" build="p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97"/>
          <p:cNvSpPr txBox="1">
            <a:spLocks noGrp="1"/>
          </p:cNvSpPr>
          <p:nvPr>
            <p:ph type="ctrTitle"/>
          </p:nvPr>
        </p:nvSpPr>
        <p:spPr>
          <a:xfrm>
            <a:off x="654947" y="1472154"/>
            <a:ext cx="1959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sz="1400" b="1" dirty="0"/>
              <a:t>Rapidité</a:t>
            </a:r>
            <a:endParaRPr sz="1400" dirty="0"/>
          </a:p>
        </p:txBody>
      </p:sp>
      <p:sp>
        <p:nvSpPr>
          <p:cNvPr id="797" name="Google Shape;797;p97"/>
          <p:cNvSpPr txBox="1">
            <a:spLocks noGrp="1"/>
          </p:cNvSpPr>
          <p:nvPr>
            <p:ph type="subTitle" idx="1"/>
          </p:nvPr>
        </p:nvSpPr>
        <p:spPr>
          <a:xfrm>
            <a:off x="366508" y="1843608"/>
            <a:ext cx="250528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fr-FR" dirty="0"/>
              <a:t>.Analyse instantanée du code</a:t>
            </a:r>
          </a:p>
          <a:p>
            <a:pPr lvl="0" algn="l"/>
            <a:r>
              <a:rPr lang="fr-FR" dirty="0"/>
              <a:t>.Génération immédiate du CSS</a:t>
            </a:r>
          </a:p>
          <a:p>
            <a:pPr lvl="0" algn="l"/>
            <a:r>
              <a:rPr lang="fr-FR" dirty="0"/>
              <a:t>.Rechargement très rapide en</a:t>
            </a:r>
          </a:p>
          <a:p>
            <a:pPr lvl="0" algn="l"/>
            <a:r>
              <a:rPr lang="fr-FR" dirty="0"/>
              <a:t> développement</a:t>
            </a:r>
          </a:p>
        </p:txBody>
      </p:sp>
      <p:sp>
        <p:nvSpPr>
          <p:cNvPr id="798" name="Google Shape;798;p97"/>
          <p:cNvSpPr txBox="1">
            <a:spLocks noGrp="1"/>
          </p:cNvSpPr>
          <p:nvPr>
            <p:ph type="ctrTitle" idx="2"/>
          </p:nvPr>
        </p:nvSpPr>
        <p:spPr>
          <a:xfrm>
            <a:off x="722470" y="3273454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sz="1400" b="1" dirty="0"/>
              <a:t>Compatibilité</a:t>
            </a:r>
            <a:endParaRPr sz="1400" dirty="0"/>
          </a:p>
        </p:txBody>
      </p:sp>
      <p:sp>
        <p:nvSpPr>
          <p:cNvPr id="800" name="Google Shape;800;p97"/>
          <p:cNvSpPr txBox="1">
            <a:spLocks noGrp="1"/>
          </p:cNvSpPr>
          <p:nvPr>
            <p:ph type="ctrTitle" idx="4"/>
          </p:nvPr>
        </p:nvSpPr>
        <p:spPr>
          <a:xfrm>
            <a:off x="3187630" y="1449708"/>
            <a:ext cx="179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sz="1400" b="1" dirty="0"/>
              <a:t>Performance</a:t>
            </a:r>
            <a:endParaRPr sz="1400" dirty="0"/>
          </a:p>
        </p:txBody>
      </p:sp>
      <p:sp>
        <p:nvSpPr>
          <p:cNvPr id="802" name="Google Shape;802;p97"/>
          <p:cNvSpPr txBox="1">
            <a:spLocks noGrp="1"/>
          </p:cNvSpPr>
          <p:nvPr>
            <p:ph type="ctrTitle" idx="6"/>
          </p:nvPr>
        </p:nvSpPr>
        <p:spPr>
          <a:xfrm>
            <a:off x="3031174" y="3273454"/>
            <a:ext cx="2152413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sz="1400" b="1" dirty="0"/>
              <a:t>Fonctionnalités exclusives</a:t>
            </a:r>
            <a:endParaRPr sz="1400" dirty="0"/>
          </a:p>
        </p:txBody>
      </p:sp>
      <p:sp>
        <p:nvSpPr>
          <p:cNvPr id="804" name="Google Shape;804;p97"/>
          <p:cNvSpPr txBox="1">
            <a:spLocks noGrp="1"/>
          </p:cNvSpPr>
          <p:nvPr>
            <p:ph type="ctrTitle" idx="8"/>
          </p:nvPr>
        </p:nvSpPr>
        <p:spPr>
          <a:xfrm>
            <a:off x="836625" y="272082"/>
            <a:ext cx="49641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Les avantages de WindiCSS</a:t>
            </a:r>
            <a:endParaRPr dirty="0"/>
          </a:p>
        </p:txBody>
      </p:sp>
      <p:sp>
        <p:nvSpPr>
          <p:cNvPr id="805" name="Google Shape;805;p97"/>
          <p:cNvSpPr txBox="1">
            <a:spLocks noGrp="1"/>
          </p:cNvSpPr>
          <p:nvPr>
            <p:ph type="title" idx="9"/>
          </p:nvPr>
        </p:nvSpPr>
        <p:spPr>
          <a:xfrm>
            <a:off x="681347" y="1189344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06" name="Google Shape;806;p97"/>
          <p:cNvSpPr txBox="1">
            <a:spLocks noGrp="1"/>
          </p:cNvSpPr>
          <p:nvPr>
            <p:ph type="title" idx="13"/>
          </p:nvPr>
        </p:nvSpPr>
        <p:spPr>
          <a:xfrm>
            <a:off x="693636" y="2984554"/>
            <a:ext cx="1906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807" name="Google Shape;807;p97"/>
          <p:cNvSpPr txBox="1">
            <a:spLocks noGrp="1"/>
          </p:cNvSpPr>
          <p:nvPr>
            <p:ph type="title" idx="14"/>
          </p:nvPr>
        </p:nvSpPr>
        <p:spPr>
          <a:xfrm>
            <a:off x="3180681" y="1215571"/>
            <a:ext cx="1853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08" name="Google Shape;808;p97"/>
          <p:cNvSpPr txBox="1">
            <a:spLocks noGrp="1"/>
          </p:cNvSpPr>
          <p:nvPr>
            <p:ph type="title" idx="15"/>
          </p:nvPr>
        </p:nvSpPr>
        <p:spPr>
          <a:xfrm>
            <a:off x="3233530" y="298455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7" name="Google Shape;827;p100">
            <a:extLst>
              <a:ext uri="{FF2B5EF4-FFF2-40B4-BE49-F238E27FC236}">
                <a16:creationId xmlns:a16="http://schemas.microsoft.com/office/drawing/2014/main" id="{7A46A705-27DB-405D-97A5-5BBE2DDBC372}"/>
              </a:ext>
            </a:extLst>
          </p:cNvPr>
          <p:cNvSpPr txBox="1">
            <a:spLocks/>
          </p:cNvSpPr>
          <p:nvPr/>
        </p:nvSpPr>
        <p:spPr>
          <a:xfrm>
            <a:off x="-200025" y="137730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0" name="Google Shape;797;p97">
            <a:extLst>
              <a:ext uri="{FF2B5EF4-FFF2-40B4-BE49-F238E27FC236}">
                <a16:creationId xmlns:a16="http://schemas.microsoft.com/office/drawing/2014/main" id="{59C80610-4BA9-4FB1-8D3E-BE6A6EB8E211}"/>
              </a:ext>
            </a:extLst>
          </p:cNvPr>
          <p:cNvSpPr txBox="1">
            <a:spLocks/>
          </p:cNvSpPr>
          <p:nvPr/>
        </p:nvSpPr>
        <p:spPr>
          <a:xfrm>
            <a:off x="2902686" y="1889419"/>
            <a:ext cx="250528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lvl="0" algn="l"/>
            <a:r>
              <a:rPr lang="fr-FR" dirty="0"/>
              <a:t>.Fichiers CSS plus petits</a:t>
            </a:r>
          </a:p>
          <a:p>
            <a:pPr lvl="0" algn="l"/>
            <a:r>
              <a:rPr lang="fr-FR" dirty="0"/>
              <a:t>.Moins de ressources</a:t>
            </a:r>
          </a:p>
          <a:p>
            <a:pPr lvl="0" algn="l"/>
            <a:r>
              <a:rPr lang="fr-FR" dirty="0"/>
              <a:t> consommées</a:t>
            </a:r>
          </a:p>
          <a:p>
            <a:pPr lvl="0" algn="l"/>
            <a:r>
              <a:rPr lang="fr-FR" dirty="0"/>
              <a:t>.Sites plus rapides</a:t>
            </a:r>
          </a:p>
        </p:txBody>
      </p:sp>
      <p:sp>
        <p:nvSpPr>
          <p:cNvPr id="25" name="Google Shape;797;p97">
            <a:extLst>
              <a:ext uri="{FF2B5EF4-FFF2-40B4-BE49-F238E27FC236}">
                <a16:creationId xmlns:a16="http://schemas.microsoft.com/office/drawing/2014/main" id="{FAB94DCA-1395-4A89-9EFC-DE89CC3FEB93}"/>
              </a:ext>
            </a:extLst>
          </p:cNvPr>
          <p:cNvSpPr txBox="1">
            <a:spLocks/>
          </p:cNvSpPr>
          <p:nvPr/>
        </p:nvSpPr>
        <p:spPr>
          <a:xfrm>
            <a:off x="381957" y="3667354"/>
            <a:ext cx="250528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lvl="0" algn="l"/>
            <a:r>
              <a:rPr lang="fr-FR" dirty="0"/>
              <a:t>.100% compatible avec Tailwind</a:t>
            </a:r>
          </a:p>
          <a:p>
            <a:pPr algn="l"/>
            <a:r>
              <a:rPr lang="fr-FR" dirty="0"/>
              <a:t>.Fonctionne avec Vue, React,</a:t>
            </a:r>
          </a:p>
          <a:p>
            <a:pPr algn="l"/>
            <a:r>
              <a:rPr lang="fr-FR" dirty="0"/>
              <a:t> Svelte, Vite, Nuxt…</a:t>
            </a:r>
          </a:p>
        </p:txBody>
      </p:sp>
      <p:sp>
        <p:nvSpPr>
          <p:cNvPr id="26" name="Google Shape;797;p97">
            <a:extLst>
              <a:ext uri="{FF2B5EF4-FFF2-40B4-BE49-F238E27FC236}">
                <a16:creationId xmlns:a16="http://schemas.microsoft.com/office/drawing/2014/main" id="{40D4D9A7-60A3-479D-B0A1-E4BD264D2BE8}"/>
              </a:ext>
            </a:extLst>
          </p:cNvPr>
          <p:cNvSpPr txBox="1">
            <a:spLocks/>
          </p:cNvSpPr>
          <p:nvPr/>
        </p:nvSpPr>
        <p:spPr>
          <a:xfrm>
            <a:off x="2838432" y="3667353"/>
            <a:ext cx="3783824" cy="120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Condensed Light"/>
              <a:buNone/>
              <a:defRPr sz="14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None/>
              <a:defRPr sz="1000" b="0" i="0" u="none" strike="noStrike" cap="none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lvl="0" algn="l"/>
            <a:r>
              <a:rPr lang="fr-FR" dirty="0"/>
              <a:t>.Mode attributs (1)</a:t>
            </a:r>
          </a:p>
          <a:p>
            <a:pPr lvl="0" algn="l"/>
            <a:r>
              <a:rPr lang="fr-FR" dirty="0"/>
              <a:t>.Classes dynamiques</a:t>
            </a:r>
          </a:p>
          <a:p>
            <a:pPr lvl="0" algn="l"/>
            <a:r>
              <a:rPr lang="fr-FR" dirty="0"/>
              <a:t>.Variantes plus puissantes (2)</a:t>
            </a:r>
          </a:p>
          <a:p>
            <a:pPr lvl="0" algn="l"/>
            <a:r>
              <a:rPr lang="fr-FR" dirty="0"/>
              <a:t>.Support intégré du dark mode</a:t>
            </a:r>
          </a:p>
        </p:txBody>
      </p:sp>
      <p:sp>
        <p:nvSpPr>
          <p:cNvPr id="27" name="Google Shape;1024;p117">
            <a:extLst>
              <a:ext uri="{FF2B5EF4-FFF2-40B4-BE49-F238E27FC236}">
                <a16:creationId xmlns:a16="http://schemas.microsoft.com/office/drawing/2014/main" id="{5DD17D89-FC73-475A-A6F7-6C62FA0C9244}"/>
              </a:ext>
            </a:extLst>
          </p:cNvPr>
          <p:cNvSpPr/>
          <p:nvPr/>
        </p:nvSpPr>
        <p:spPr>
          <a:xfrm>
            <a:off x="6222207" y="1421885"/>
            <a:ext cx="2671762" cy="2238844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1.ex : &lt;div bg="blue-500"&gt;</a:t>
            </a:r>
          </a:p>
          <a:p>
            <a:pPr lvl="0" algn="ctr"/>
            <a:r>
              <a:rPr lang="fr-FR" dirty="0"/>
              <a:t>2.hover:, focus:, dark:,</a:t>
            </a:r>
          </a:p>
          <a:p>
            <a:pPr lvl="0" algn="ctr"/>
            <a:r>
              <a:rPr lang="fr-FR" dirty="0"/>
              <a:t>group-,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6" grpId="0"/>
      <p:bldP spid="797" grpId="0" build="p"/>
      <p:bldP spid="798" grpId="0"/>
      <p:bldP spid="800" grpId="0"/>
      <p:bldP spid="802" grpId="0"/>
      <p:bldP spid="804" grpId="0"/>
      <p:bldP spid="805" grpId="0"/>
      <p:bldP spid="806" grpId="0"/>
      <p:bldP spid="807" grpId="0"/>
      <p:bldP spid="808" grpId="0"/>
      <p:bldP spid="17" grpId="0"/>
      <p:bldP spid="20" grpId="0"/>
      <p:bldP spid="25" grpId="0"/>
      <p:bldP spid="26" grpId="0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13"/>
          <p:cNvSpPr txBox="1">
            <a:spLocks noGrp="1"/>
          </p:cNvSpPr>
          <p:nvPr>
            <p:ph type="ctrTitle"/>
          </p:nvPr>
        </p:nvSpPr>
        <p:spPr>
          <a:xfrm flipH="1">
            <a:off x="4721600" y="462755"/>
            <a:ext cx="3673200" cy="13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Installation</a:t>
            </a:r>
            <a:endParaRPr dirty="0"/>
          </a:p>
        </p:txBody>
      </p:sp>
      <p:sp>
        <p:nvSpPr>
          <p:cNvPr id="962" name="Google Shape;962;p113"/>
          <p:cNvSpPr txBox="1">
            <a:spLocks noGrp="1"/>
          </p:cNvSpPr>
          <p:nvPr>
            <p:ph type="subTitle" idx="1"/>
          </p:nvPr>
        </p:nvSpPr>
        <p:spPr>
          <a:xfrm>
            <a:off x="2336850" y="2792565"/>
            <a:ext cx="20856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fr-FR" dirty="0"/>
              <a:t>Dans le html ajoutez:</a:t>
            </a:r>
          </a:p>
          <a:p>
            <a:pPr marL="0" lvl="0" indent="0">
              <a:buClr>
                <a:schemeClr val="dk1"/>
              </a:buClr>
              <a:buSzPts val="1100"/>
            </a:pPr>
            <a:r>
              <a:rPr lang="fr-FR" dirty="0"/>
              <a:t>&lt;script src="https://cdn.jsdelivr.net/npm/windicss-runtime-dom"&gt;&lt;/script&gt;</a:t>
            </a:r>
            <a:endParaRPr dirty="0"/>
          </a:p>
        </p:txBody>
      </p:sp>
      <p:sp>
        <p:nvSpPr>
          <p:cNvPr id="963" name="Google Shape;963;p113"/>
          <p:cNvSpPr txBox="1">
            <a:spLocks noGrp="1"/>
          </p:cNvSpPr>
          <p:nvPr>
            <p:ph type="subTitle" idx="2"/>
          </p:nvPr>
        </p:nvSpPr>
        <p:spPr>
          <a:xfrm>
            <a:off x="4721650" y="2781757"/>
            <a:ext cx="20856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CA" dirty="0"/>
              <a:t>Installer vite, react, vue (ou fichier text du windi) </a:t>
            </a:r>
            <a:endParaRPr lang="fr-FR" dirty="0"/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fr-FR" dirty="0"/>
              <a:t>Puis configurer en fichier.js</a:t>
            </a:r>
          </a:p>
        </p:txBody>
      </p:sp>
      <p:sp>
        <p:nvSpPr>
          <p:cNvPr id="964" name="Google Shape;964;p113"/>
          <p:cNvSpPr txBox="1">
            <a:spLocks noGrp="1"/>
          </p:cNvSpPr>
          <p:nvPr>
            <p:ph type="ctrTitle" idx="3"/>
          </p:nvPr>
        </p:nvSpPr>
        <p:spPr>
          <a:xfrm>
            <a:off x="2229313" y="2629926"/>
            <a:ext cx="2300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b="1" dirty="0"/>
              <a:t>CDN</a:t>
            </a:r>
            <a:endParaRPr dirty="0"/>
          </a:p>
        </p:txBody>
      </p:sp>
      <p:sp>
        <p:nvSpPr>
          <p:cNvPr id="965" name="Google Shape;965;p113"/>
          <p:cNvSpPr txBox="1">
            <a:spLocks noGrp="1"/>
          </p:cNvSpPr>
          <p:nvPr>
            <p:ph type="ctrTitle" idx="4"/>
          </p:nvPr>
        </p:nvSpPr>
        <p:spPr>
          <a:xfrm>
            <a:off x="4572000" y="2629926"/>
            <a:ext cx="2384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build system </a:t>
            </a:r>
            <a:endParaRPr dirty="0"/>
          </a:p>
        </p:txBody>
      </p:sp>
      <p:sp>
        <p:nvSpPr>
          <p:cNvPr id="7" name="Google Shape;827;p100">
            <a:extLst>
              <a:ext uri="{FF2B5EF4-FFF2-40B4-BE49-F238E27FC236}">
                <a16:creationId xmlns:a16="http://schemas.microsoft.com/office/drawing/2014/main" id="{50C916AB-3AB7-4C0B-A288-DE404D8E23A3}"/>
              </a:ext>
            </a:extLst>
          </p:cNvPr>
          <p:cNvSpPr txBox="1">
            <a:spLocks/>
          </p:cNvSpPr>
          <p:nvPr/>
        </p:nvSpPr>
        <p:spPr>
          <a:xfrm>
            <a:off x="4853542" y="331615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" grpId="0"/>
      <p:bldP spid="962" grpId="0" build="p"/>
      <p:bldP spid="963" grpId="0" build="p"/>
      <p:bldP spid="964" grpId="0"/>
      <p:bldP spid="96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14"/>
          <p:cNvSpPr txBox="1">
            <a:spLocks noGrp="1"/>
          </p:cNvSpPr>
          <p:nvPr>
            <p:ph type="ctrTitle"/>
          </p:nvPr>
        </p:nvSpPr>
        <p:spPr>
          <a:xfrm flipH="1">
            <a:off x="457275" y="1931475"/>
            <a:ext cx="2875200" cy="12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b="1" dirty="0"/>
              <a:t>Utilisation pratique</a:t>
            </a:r>
            <a:endParaRPr dirty="0"/>
          </a:p>
        </p:txBody>
      </p:sp>
      <p:sp>
        <p:nvSpPr>
          <p:cNvPr id="971" name="Google Shape;971;p114"/>
          <p:cNvSpPr txBox="1">
            <a:spLocks noGrp="1"/>
          </p:cNvSpPr>
          <p:nvPr>
            <p:ph type="subTitle" idx="1"/>
          </p:nvPr>
        </p:nvSpPr>
        <p:spPr>
          <a:xfrm>
            <a:off x="4306361" y="1496605"/>
            <a:ext cx="4251851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CA" dirty="0"/>
              <a:t>&lt;button class="px-4 py-2 bg-indigo-100 text-white</a:t>
            </a:r>
          </a:p>
          <a:p>
            <a:pPr algn="l"/>
            <a:r>
              <a:rPr lang="en-CA" dirty="0"/>
              <a:t>rounded hover:bg-indigo-300 "&gt;</a:t>
            </a:r>
            <a:r>
              <a:rPr lang="fr-FR" dirty="0"/>
              <a:t>Cliquez ici&lt;/button&gt;</a:t>
            </a:r>
          </a:p>
        </p:txBody>
      </p:sp>
      <p:sp>
        <p:nvSpPr>
          <p:cNvPr id="973" name="Google Shape;973;p114"/>
          <p:cNvSpPr txBox="1">
            <a:spLocks noGrp="1"/>
          </p:cNvSpPr>
          <p:nvPr>
            <p:ph type="ctrTitle" idx="3"/>
          </p:nvPr>
        </p:nvSpPr>
        <p:spPr>
          <a:xfrm>
            <a:off x="4837640" y="1327665"/>
            <a:ext cx="3242700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html</a:t>
            </a:r>
            <a:endParaRPr dirty="0"/>
          </a:p>
        </p:txBody>
      </p:sp>
      <p:sp>
        <p:nvSpPr>
          <p:cNvPr id="974" name="Google Shape;974;p114"/>
          <p:cNvSpPr txBox="1">
            <a:spLocks noGrp="1"/>
          </p:cNvSpPr>
          <p:nvPr>
            <p:ph type="ctrTitle" idx="4"/>
          </p:nvPr>
        </p:nvSpPr>
        <p:spPr>
          <a:xfrm>
            <a:off x="5899200" y="3532907"/>
            <a:ext cx="1089982" cy="26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Affichage</a:t>
            </a:r>
            <a:endParaRPr dirty="0"/>
          </a:p>
        </p:txBody>
      </p:sp>
      <p:grpSp>
        <p:nvGrpSpPr>
          <p:cNvPr id="982" name="Google Shape;982;p114"/>
          <p:cNvGrpSpPr/>
          <p:nvPr/>
        </p:nvGrpSpPr>
        <p:grpSpPr>
          <a:xfrm>
            <a:off x="6249152" y="782089"/>
            <a:ext cx="420796" cy="371887"/>
            <a:chOff x="-3137650" y="2787000"/>
            <a:chExt cx="291450" cy="257575"/>
          </a:xfrm>
        </p:grpSpPr>
        <p:sp>
          <p:nvSpPr>
            <p:cNvPr id="983" name="Google Shape;983;p114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4" name="Google Shape;984;p114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5" name="Google Shape;985;p114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6" name="Google Shape;986;p114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7" name="Google Shape;987;p114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8" name="Google Shape;988;p114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9" name="Google Shape;989;p114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0" name="Google Shape;990;p114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3" name="Google Shape;827;p100">
            <a:extLst>
              <a:ext uri="{FF2B5EF4-FFF2-40B4-BE49-F238E27FC236}">
                <a16:creationId xmlns:a16="http://schemas.microsoft.com/office/drawing/2014/main" id="{F71ACB93-46B4-45CC-8979-EC0BF02EB7E9}"/>
              </a:ext>
            </a:extLst>
          </p:cNvPr>
          <p:cNvSpPr txBox="1">
            <a:spLocks/>
          </p:cNvSpPr>
          <p:nvPr/>
        </p:nvSpPr>
        <p:spPr>
          <a:xfrm>
            <a:off x="-283225" y="2100754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06</a:t>
            </a:r>
          </a:p>
        </p:txBody>
      </p:sp>
      <p:grpSp>
        <p:nvGrpSpPr>
          <p:cNvPr id="24" name="Google Shape;1079;p119">
            <a:extLst>
              <a:ext uri="{FF2B5EF4-FFF2-40B4-BE49-F238E27FC236}">
                <a16:creationId xmlns:a16="http://schemas.microsoft.com/office/drawing/2014/main" id="{60C9547C-1F96-4476-B10F-6BBF3E56D73E}"/>
              </a:ext>
            </a:extLst>
          </p:cNvPr>
          <p:cNvGrpSpPr/>
          <p:nvPr/>
        </p:nvGrpSpPr>
        <p:grpSpPr>
          <a:xfrm>
            <a:off x="6234353" y="3077071"/>
            <a:ext cx="420796" cy="421914"/>
            <a:chOff x="-1333200" y="2770450"/>
            <a:chExt cx="291450" cy="292225"/>
          </a:xfrm>
        </p:grpSpPr>
        <p:sp>
          <p:nvSpPr>
            <p:cNvPr id="25" name="Google Shape;1080;p119">
              <a:extLst>
                <a:ext uri="{FF2B5EF4-FFF2-40B4-BE49-F238E27FC236}">
                  <a16:creationId xmlns:a16="http://schemas.microsoft.com/office/drawing/2014/main" id="{3DDC1804-1AE3-4D20-96D8-63FDE1B4DAAF}"/>
                </a:ext>
              </a:extLst>
            </p:cNvPr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081;p119">
              <a:extLst>
                <a:ext uri="{FF2B5EF4-FFF2-40B4-BE49-F238E27FC236}">
                  <a16:creationId xmlns:a16="http://schemas.microsoft.com/office/drawing/2014/main" id="{BABD048A-4991-481F-AC08-6196EEBC69E4}"/>
                </a:ext>
              </a:extLst>
            </p:cNvPr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9B4C77E-11B0-4AD8-87E2-82980647D78A}"/>
              </a:ext>
            </a:extLst>
          </p:cNvPr>
          <p:cNvSpPr/>
          <p:nvPr/>
        </p:nvSpPr>
        <p:spPr>
          <a:xfrm>
            <a:off x="4500563" y="3892711"/>
            <a:ext cx="1493043" cy="636427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Cliquez ici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BE50E9E-D6FC-4476-BE90-7AAF34B55FBC}"/>
              </a:ext>
            </a:extLst>
          </p:cNvPr>
          <p:cNvSpPr/>
          <p:nvPr/>
        </p:nvSpPr>
        <p:spPr>
          <a:xfrm>
            <a:off x="6990918" y="3892710"/>
            <a:ext cx="1493043" cy="636427"/>
          </a:xfrm>
          <a:prstGeom prst="roundRect">
            <a:avLst/>
          </a:prstGeom>
          <a:solidFill>
            <a:srgbClr val="9BB0FF"/>
          </a:solidFill>
          <a:ln>
            <a:solidFill>
              <a:srgbClr val="9BB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Cliquez ici</a:t>
            </a:r>
          </a:p>
        </p:txBody>
      </p:sp>
      <p:sp>
        <p:nvSpPr>
          <p:cNvPr id="31" name="Google Shape;974;p114">
            <a:extLst>
              <a:ext uri="{FF2B5EF4-FFF2-40B4-BE49-F238E27FC236}">
                <a16:creationId xmlns:a16="http://schemas.microsoft.com/office/drawing/2014/main" id="{F0E78553-0A8A-4387-A9AB-7422B8FB0F35}"/>
              </a:ext>
            </a:extLst>
          </p:cNvPr>
          <p:cNvSpPr txBox="1">
            <a:spLocks/>
          </p:cNvSpPr>
          <p:nvPr/>
        </p:nvSpPr>
        <p:spPr>
          <a:xfrm>
            <a:off x="4702093" y="3592989"/>
            <a:ext cx="1089982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en-CA" dirty="0"/>
              <a:t>base</a:t>
            </a:r>
            <a:endParaRPr lang="fr-FR" dirty="0"/>
          </a:p>
        </p:txBody>
      </p:sp>
      <p:sp>
        <p:nvSpPr>
          <p:cNvPr id="32" name="Google Shape;974;p114">
            <a:extLst>
              <a:ext uri="{FF2B5EF4-FFF2-40B4-BE49-F238E27FC236}">
                <a16:creationId xmlns:a16="http://schemas.microsoft.com/office/drawing/2014/main" id="{77CD55EE-C2A6-4A93-A6DC-DF3D1A3DD484}"/>
              </a:ext>
            </a:extLst>
          </p:cNvPr>
          <p:cNvSpPr txBox="1">
            <a:spLocks/>
          </p:cNvSpPr>
          <p:nvPr/>
        </p:nvSpPr>
        <p:spPr>
          <a:xfrm>
            <a:off x="7168169" y="3629342"/>
            <a:ext cx="1089982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quada One"/>
              <a:buNone/>
              <a:defRPr sz="1600" b="0" i="0" u="none" strike="noStrike" cap="none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Au survol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" grpId="0"/>
      <p:bldP spid="971" grpId="0" build="p"/>
      <p:bldP spid="973" grpId="0"/>
      <p:bldP spid="974" grpId="0"/>
      <p:bldP spid="23" grpId="0"/>
      <p:bldP spid="4" grpId="0" animBg="1"/>
      <p:bldP spid="30" grpId="0" animBg="1"/>
      <p:bldP spid="31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34"/>
          <p:cNvSpPr txBox="1">
            <a:spLocks noGrp="1"/>
          </p:cNvSpPr>
          <p:nvPr>
            <p:ph type="subTitle" idx="3"/>
          </p:nvPr>
        </p:nvSpPr>
        <p:spPr>
          <a:xfrm>
            <a:off x="2101725" y="3396845"/>
            <a:ext cx="2175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WindiCSS</a:t>
            </a:r>
            <a:endParaRPr dirty="0"/>
          </a:p>
        </p:txBody>
      </p:sp>
      <p:sp>
        <p:nvSpPr>
          <p:cNvPr id="1394" name="Google Shape;1394;p134"/>
          <p:cNvSpPr txBox="1">
            <a:spLocks noGrp="1"/>
          </p:cNvSpPr>
          <p:nvPr>
            <p:ph type="subTitle" idx="4"/>
          </p:nvPr>
        </p:nvSpPr>
        <p:spPr>
          <a:xfrm>
            <a:off x="4789400" y="3395392"/>
            <a:ext cx="21570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TailwindCSS</a:t>
            </a:r>
            <a:endParaRPr dirty="0"/>
          </a:p>
        </p:txBody>
      </p:sp>
      <p:sp>
        <p:nvSpPr>
          <p:cNvPr id="1395" name="Google Shape;1395;p134"/>
          <p:cNvSpPr txBox="1">
            <a:spLocks noGrp="1"/>
          </p:cNvSpPr>
          <p:nvPr>
            <p:ph type="ctrTitle"/>
          </p:nvPr>
        </p:nvSpPr>
        <p:spPr>
          <a:xfrm flipH="1">
            <a:off x="457200" y="445025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WindiCSS vs TailwindCSS</a:t>
            </a:r>
            <a:endParaRPr dirty="0"/>
          </a:p>
        </p:txBody>
      </p:sp>
      <p:sp>
        <p:nvSpPr>
          <p:cNvPr id="1396" name="Google Shape;1396;p134"/>
          <p:cNvSpPr/>
          <p:nvPr/>
        </p:nvSpPr>
        <p:spPr>
          <a:xfrm>
            <a:off x="2101725" y="1486500"/>
            <a:ext cx="2175000" cy="1865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7" name="Google Shape;1397;p134"/>
          <p:cNvSpPr/>
          <p:nvPr/>
        </p:nvSpPr>
        <p:spPr>
          <a:xfrm>
            <a:off x="4779500" y="1486500"/>
            <a:ext cx="2175000" cy="18657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8" name="Google Shape;1398;p134"/>
          <p:cNvSpPr txBox="1">
            <a:spLocks noGrp="1"/>
          </p:cNvSpPr>
          <p:nvPr>
            <p:ph type="subTitle" idx="1"/>
          </p:nvPr>
        </p:nvSpPr>
        <p:spPr>
          <a:xfrm>
            <a:off x="2101725" y="3712858"/>
            <a:ext cx="2175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Génération du CSS a la demande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Très rapide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Très légère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 attributs</a:t>
            </a:r>
            <a:endParaRPr sz="1200" dirty="0"/>
          </a:p>
        </p:txBody>
      </p:sp>
      <p:sp>
        <p:nvSpPr>
          <p:cNvPr id="1399" name="Google Shape;1399;p134"/>
          <p:cNvSpPr txBox="1">
            <a:spLocks noGrp="1"/>
          </p:cNvSpPr>
          <p:nvPr>
            <p:ph type="subTitle" idx="2"/>
          </p:nvPr>
        </p:nvSpPr>
        <p:spPr>
          <a:xfrm>
            <a:off x="4789400" y="3715662"/>
            <a:ext cx="2175000" cy="6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Génération du CSS complet puis purge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Rapide mais moins optimise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Plus lourde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Pas de m</a:t>
            </a:r>
            <a:r>
              <a:rPr lang="fr-FR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ode attributs</a:t>
            </a:r>
            <a:endParaRPr sz="1200" dirty="0"/>
          </a:p>
        </p:txBody>
      </p:sp>
      <p:sp>
        <p:nvSpPr>
          <p:cNvPr id="12" name="Google Shape;827;p100">
            <a:extLst>
              <a:ext uri="{FF2B5EF4-FFF2-40B4-BE49-F238E27FC236}">
                <a16:creationId xmlns:a16="http://schemas.microsoft.com/office/drawing/2014/main" id="{6C19C787-EA83-48E0-8518-745B0045F4EE}"/>
              </a:ext>
            </a:extLst>
          </p:cNvPr>
          <p:cNvSpPr txBox="1">
            <a:spLocks/>
          </p:cNvSpPr>
          <p:nvPr/>
        </p:nvSpPr>
        <p:spPr>
          <a:xfrm>
            <a:off x="457200" y="279926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07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AB76B86-2D45-4B0C-9CAA-D2420F6DF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443" y="1712151"/>
            <a:ext cx="1701307" cy="143109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B124FE5-2F2A-4EA8-907C-6325F14B3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987" y="1689218"/>
            <a:ext cx="1743896" cy="14886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" grpId="0" build="p"/>
      <p:bldP spid="1394" grpId="0" build="p"/>
      <p:bldP spid="1395" grpId="0"/>
      <p:bldP spid="1396" grpId="0" animBg="1"/>
      <p:bldP spid="1397" grpId="0" animBg="1"/>
      <p:bldP spid="1398" grpId="0" build="p"/>
      <p:bldP spid="139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40"/>
          <p:cNvSpPr/>
          <p:nvPr/>
        </p:nvSpPr>
        <p:spPr>
          <a:xfrm>
            <a:off x="4714800" y="1386775"/>
            <a:ext cx="1200300" cy="1913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2" name="Google Shape;1522;p140"/>
          <p:cNvSpPr/>
          <p:nvPr/>
        </p:nvSpPr>
        <p:spPr>
          <a:xfrm>
            <a:off x="1781100" y="1386775"/>
            <a:ext cx="1200300" cy="1913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140"/>
          <p:cNvSpPr/>
          <p:nvPr/>
        </p:nvSpPr>
        <p:spPr>
          <a:xfrm>
            <a:off x="3247950" y="1386775"/>
            <a:ext cx="1200300" cy="1913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4" name="Google Shape;1524;p140"/>
          <p:cNvSpPr/>
          <p:nvPr/>
        </p:nvSpPr>
        <p:spPr>
          <a:xfrm>
            <a:off x="6181650" y="1386775"/>
            <a:ext cx="1200300" cy="19137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8" name="Google Shape;1528;p140"/>
          <p:cNvSpPr/>
          <p:nvPr/>
        </p:nvSpPr>
        <p:spPr>
          <a:xfrm>
            <a:off x="6181650" y="2819250"/>
            <a:ext cx="1200300" cy="4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3" name="Google Shape;1533;p140"/>
          <p:cNvSpPr txBox="1"/>
          <p:nvPr/>
        </p:nvSpPr>
        <p:spPr>
          <a:xfrm>
            <a:off x="4699350" y="2768903"/>
            <a:ext cx="1231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sz="1600" dirty="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1535" name="Google Shape;1535;p140"/>
          <p:cNvSpPr txBox="1"/>
          <p:nvPr/>
        </p:nvSpPr>
        <p:spPr>
          <a:xfrm>
            <a:off x="6166200" y="2768903"/>
            <a:ext cx="1231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1536" name="Google Shape;1536;p140"/>
          <p:cNvSpPr txBox="1"/>
          <p:nvPr/>
        </p:nvSpPr>
        <p:spPr>
          <a:xfrm>
            <a:off x="6166196" y="2505239"/>
            <a:ext cx="12312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sz="3600" dirty="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1538" name="Google Shape;1538;p140"/>
          <p:cNvSpPr txBox="1"/>
          <p:nvPr/>
        </p:nvSpPr>
        <p:spPr>
          <a:xfrm>
            <a:off x="1765650" y="3322144"/>
            <a:ext cx="1231200" cy="89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Une communauté plus petite que Tailwind</a:t>
            </a:r>
            <a:endParaRPr lang="fr-FR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0" indent="-171450" algn="ctr" rtl="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bg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541" name="Google Shape;1541;p140"/>
          <p:cNvSpPr txBox="1">
            <a:spLocks noGrp="1"/>
          </p:cNvSpPr>
          <p:nvPr>
            <p:ph type="ctrTitle"/>
          </p:nvPr>
        </p:nvSpPr>
        <p:spPr>
          <a:xfrm flipH="1">
            <a:off x="584550" y="385792"/>
            <a:ext cx="8229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fr-FR" b="1" dirty="0"/>
              <a:t>Limites de </a:t>
            </a:r>
            <a:r>
              <a:rPr lang="fr-FR" b="1" dirty="0" err="1"/>
              <a:t>WindiCSS</a:t>
            </a:r>
            <a:endParaRPr dirty="0"/>
          </a:p>
        </p:txBody>
      </p:sp>
      <p:sp>
        <p:nvSpPr>
          <p:cNvPr id="24" name="Google Shape;1528;p140">
            <a:extLst>
              <a:ext uri="{FF2B5EF4-FFF2-40B4-BE49-F238E27FC236}">
                <a16:creationId xmlns:a16="http://schemas.microsoft.com/office/drawing/2014/main" id="{EEB22F4B-3DA6-45DC-A1C4-08F11D032DAB}"/>
              </a:ext>
            </a:extLst>
          </p:cNvPr>
          <p:cNvSpPr/>
          <p:nvPr/>
        </p:nvSpPr>
        <p:spPr>
          <a:xfrm>
            <a:off x="4730252" y="2800275"/>
            <a:ext cx="1200300" cy="4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528;p140">
            <a:extLst>
              <a:ext uri="{FF2B5EF4-FFF2-40B4-BE49-F238E27FC236}">
                <a16:creationId xmlns:a16="http://schemas.microsoft.com/office/drawing/2014/main" id="{EA876BAA-788C-4112-97F0-1434C3E22D9B}"/>
              </a:ext>
            </a:extLst>
          </p:cNvPr>
          <p:cNvSpPr/>
          <p:nvPr/>
        </p:nvSpPr>
        <p:spPr>
          <a:xfrm>
            <a:off x="3258690" y="2807381"/>
            <a:ext cx="1200300" cy="4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1528;p140">
            <a:extLst>
              <a:ext uri="{FF2B5EF4-FFF2-40B4-BE49-F238E27FC236}">
                <a16:creationId xmlns:a16="http://schemas.microsoft.com/office/drawing/2014/main" id="{2AE94B77-D078-43F6-8A5A-84052C23B392}"/>
              </a:ext>
            </a:extLst>
          </p:cNvPr>
          <p:cNvSpPr/>
          <p:nvPr/>
        </p:nvSpPr>
        <p:spPr>
          <a:xfrm>
            <a:off x="1812000" y="2807381"/>
            <a:ext cx="1200300" cy="4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1538;p140">
            <a:extLst>
              <a:ext uri="{FF2B5EF4-FFF2-40B4-BE49-F238E27FC236}">
                <a16:creationId xmlns:a16="http://schemas.microsoft.com/office/drawing/2014/main" id="{528B4B4A-FC0E-4119-844E-642272470027}"/>
              </a:ext>
            </a:extLst>
          </p:cNvPr>
          <p:cNvSpPr txBox="1"/>
          <p:nvPr/>
        </p:nvSpPr>
        <p:spPr>
          <a:xfrm>
            <a:off x="3258690" y="3324525"/>
            <a:ext cx="1231200" cy="89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Moins d’exemples officiels</a:t>
            </a:r>
            <a:endParaRPr lang="fr-FR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538;p140">
            <a:extLst>
              <a:ext uri="{FF2B5EF4-FFF2-40B4-BE49-F238E27FC236}">
                <a16:creationId xmlns:a16="http://schemas.microsoft.com/office/drawing/2014/main" id="{89773D32-CE86-4A59-B3B7-F219E64B4D97}"/>
              </a:ext>
            </a:extLst>
          </p:cNvPr>
          <p:cNvSpPr txBox="1"/>
          <p:nvPr/>
        </p:nvSpPr>
        <p:spPr>
          <a:xfrm>
            <a:off x="4730252" y="3341372"/>
            <a:ext cx="1231200" cy="89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Certaines configurations avancées nécessitent plus d'expérience</a:t>
            </a:r>
            <a:endParaRPr lang="fr-FR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1538;p140">
            <a:extLst>
              <a:ext uri="{FF2B5EF4-FFF2-40B4-BE49-F238E27FC236}">
                <a16:creationId xmlns:a16="http://schemas.microsoft.com/office/drawing/2014/main" id="{FA31FCF9-74FD-44E2-B4EF-B70CC83B5643}"/>
              </a:ext>
            </a:extLst>
          </p:cNvPr>
          <p:cNvSpPr txBox="1"/>
          <p:nvPr/>
        </p:nvSpPr>
        <p:spPr>
          <a:xfrm>
            <a:off x="6147150" y="3376330"/>
            <a:ext cx="1231200" cy="89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fr-FR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Depuis que Tailwind JIT existe, la concurrence est plus forte</a:t>
            </a:r>
            <a:endParaRPr lang="fr-FR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5FA3D7-D212-4397-B929-784BE066E1EE}"/>
              </a:ext>
            </a:extLst>
          </p:cNvPr>
          <p:cNvSpPr/>
          <p:nvPr/>
        </p:nvSpPr>
        <p:spPr>
          <a:xfrm>
            <a:off x="2128838" y="1115399"/>
            <a:ext cx="514350" cy="27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858348-1CA5-456E-AD93-074F37815DDA}"/>
              </a:ext>
            </a:extLst>
          </p:cNvPr>
          <p:cNvSpPr/>
          <p:nvPr/>
        </p:nvSpPr>
        <p:spPr>
          <a:xfrm>
            <a:off x="6524621" y="1107687"/>
            <a:ext cx="514350" cy="27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4317EF-CB27-45B8-BAC7-EDC2D258D5B9}"/>
              </a:ext>
            </a:extLst>
          </p:cNvPr>
          <p:cNvSpPr/>
          <p:nvPr/>
        </p:nvSpPr>
        <p:spPr>
          <a:xfrm>
            <a:off x="5085206" y="1115399"/>
            <a:ext cx="514350" cy="27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F77D6A-A110-4DFF-8A76-74E7504864B3}"/>
              </a:ext>
            </a:extLst>
          </p:cNvPr>
          <p:cNvSpPr/>
          <p:nvPr/>
        </p:nvSpPr>
        <p:spPr>
          <a:xfrm>
            <a:off x="3617115" y="1115399"/>
            <a:ext cx="514350" cy="2713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oogle Shape;886;p108">
            <a:extLst>
              <a:ext uri="{FF2B5EF4-FFF2-40B4-BE49-F238E27FC236}">
                <a16:creationId xmlns:a16="http://schemas.microsoft.com/office/drawing/2014/main" id="{902DD123-BF58-4609-8F8D-F414C2F31060}"/>
              </a:ext>
            </a:extLst>
          </p:cNvPr>
          <p:cNvGrpSpPr/>
          <p:nvPr/>
        </p:nvGrpSpPr>
        <p:grpSpPr>
          <a:xfrm>
            <a:off x="1959417" y="2286102"/>
            <a:ext cx="338842" cy="336332"/>
            <a:chOff x="-56012425" y="1903275"/>
            <a:chExt cx="320600" cy="318225"/>
          </a:xfrm>
        </p:grpSpPr>
        <p:sp>
          <p:nvSpPr>
            <p:cNvPr id="35" name="Google Shape;887;p108">
              <a:extLst>
                <a:ext uri="{FF2B5EF4-FFF2-40B4-BE49-F238E27FC236}">
                  <a16:creationId xmlns:a16="http://schemas.microsoft.com/office/drawing/2014/main" id="{715ABC1B-6F30-4ADD-8A9B-4F0F8088CFAF}"/>
                </a:ext>
              </a:extLst>
            </p:cNvPr>
            <p:cNvSpPr/>
            <p:nvPr/>
          </p:nvSpPr>
          <p:spPr>
            <a:xfrm>
              <a:off x="-55897425" y="20151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888;p108">
              <a:extLst>
                <a:ext uri="{FF2B5EF4-FFF2-40B4-BE49-F238E27FC236}">
                  <a16:creationId xmlns:a16="http://schemas.microsoft.com/office/drawing/2014/main" id="{00548F3B-0243-4989-8402-A7EAF8615A3F}"/>
                </a:ext>
              </a:extLst>
            </p:cNvPr>
            <p:cNvSpPr/>
            <p:nvPr/>
          </p:nvSpPr>
          <p:spPr>
            <a:xfrm>
              <a:off x="-56012425" y="1903275"/>
              <a:ext cx="320600" cy="318225"/>
            </a:xfrm>
            <a:custGeom>
              <a:avLst/>
              <a:gdLst/>
              <a:ahLst/>
              <a:cxnLst/>
              <a:rect l="l" t="t" r="r" b="b"/>
              <a:pathLst>
                <a:path w="12824" h="12729" extrusionOk="0">
                  <a:moveTo>
                    <a:pt x="5262" y="946"/>
                  </a:moveTo>
                  <a:lnTo>
                    <a:pt x="5262" y="946"/>
                  </a:lnTo>
                  <a:cubicBezTo>
                    <a:pt x="5010" y="1923"/>
                    <a:pt x="4254" y="2679"/>
                    <a:pt x="3277" y="2899"/>
                  </a:cubicBezTo>
                  <a:cubicBezTo>
                    <a:pt x="3592" y="2017"/>
                    <a:pt x="4348" y="1293"/>
                    <a:pt x="5262" y="946"/>
                  </a:cubicBezTo>
                  <a:close/>
                  <a:moveTo>
                    <a:pt x="2301" y="5231"/>
                  </a:moveTo>
                  <a:lnTo>
                    <a:pt x="2301" y="6333"/>
                  </a:lnTo>
                  <a:lnTo>
                    <a:pt x="2301" y="6680"/>
                  </a:lnTo>
                  <a:cubicBezTo>
                    <a:pt x="1891" y="6680"/>
                    <a:pt x="1545" y="6365"/>
                    <a:pt x="1545" y="5955"/>
                  </a:cubicBezTo>
                  <a:cubicBezTo>
                    <a:pt x="1545" y="5514"/>
                    <a:pt x="1891" y="5231"/>
                    <a:pt x="2301" y="5231"/>
                  </a:cubicBezTo>
                  <a:close/>
                  <a:moveTo>
                    <a:pt x="10555" y="5231"/>
                  </a:moveTo>
                  <a:cubicBezTo>
                    <a:pt x="10965" y="5231"/>
                    <a:pt x="11311" y="5546"/>
                    <a:pt x="11311" y="5987"/>
                  </a:cubicBezTo>
                  <a:cubicBezTo>
                    <a:pt x="11311" y="6365"/>
                    <a:pt x="10965" y="6743"/>
                    <a:pt x="10555" y="6743"/>
                  </a:cubicBezTo>
                  <a:lnTo>
                    <a:pt x="10555" y="5231"/>
                  </a:lnTo>
                  <a:close/>
                  <a:moveTo>
                    <a:pt x="1103" y="6837"/>
                  </a:moveTo>
                  <a:cubicBezTo>
                    <a:pt x="1387" y="7216"/>
                    <a:pt x="1828" y="7436"/>
                    <a:pt x="2301" y="7436"/>
                  </a:cubicBezTo>
                  <a:cubicBezTo>
                    <a:pt x="2301" y="7877"/>
                    <a:pt x="1986" y="8192"/>
                    <a:pt x="1545" y="8192"/>
                  </a:cubicBezTo>
                  <a:cubicBezTo>
                    <a:pt x="1166" y="8192"/>
                    <a:pt x="788" y="7877"/>
                    <a:pt x="788" y="7436"/>
                  </a:cubicBezTo>
                  <a:cubicBezTo>
                    <a:pt x="788" y="7216"/>
                    <a:pt x="914" y="6963"/>
                    <a:pt x="1103" y="6837"/>
                  </a:cubicBezTo>
                  <a:close/>
                  <a:moveTo>
                    <a:pt x="11752" y="6837"/>
                  </a:moveTo>
                  <a:cubicBezTo>
                    <a:pt x="11941" y="6995"/>
                    <a:pt x="12067" y="7216"/>
                    <a:pt x="12067" y="7436"/>
                  </a:cubicBezTo>
                  <a:cubicBezTo>
                    <a:pt x="12067" y="7877"/>
                    <a:pt x="11721" y="8192"/>
                    <a:pt x="11311" y="8192"/>
                  </a:cubicBezTo>
                  <a:cubicBezTo>
                    <a:pt x="10933" y="8192"/>
                    <a:pt x="10555" y="7877"/>
                    <a:pt x="10555" y="7436"/>
                  </a:cubicBezTo>
                  <a:cubicBezTo>
                    <a:pt x="11028" y="7436"/>
                    <a:pt x="11469" y="7216"/>
                    <a:pt x="11752" y="6837"/>
                  </a:cubicBezTo>
                  <a:close/>
                  <a:moveTo>
                    <a:pt x="5325" y="2490"/>
                  </a:moveTo>
                  <a:lnTo>
                    <a:pt x="5325" y="2647"/>
                  </a:lnTo>
                  <a:cubicBezTo>
                    <a:pt x="5325" y="3529"/>
                    <a:pt x="5955" y="4286"/>
                    <a:pt x="6837" y="4443"/>
                  </a:cubicBezTo>
                  <a:lnTo>
                    <a:pt x="6837" y="7405"/>
                  </a:lnTo>
                  <a:cubicBezTo>
                    <a:pt x="6711" y="7436"/>
                    <a:pt x="6585" y="7468"/>
                    <a:pt x="6491" y="7468"/>
                  </a:cubicBezTo>
                  <a:cubicBezTo>
                    <a:pt x="6176" y="7468"/>
                    <a:pt x="5892" y="7373"/>
                    <a:pt x="5703" y="7153"/>
                  </a:cubicBezTo>
                  <a:cubicBezTo>
                    <a:pt x="5624" y="7074"/>
                    <a:pt x="5522" y="7034"/>
                    <a:pt x="5424" y="7034"/>
                  </a:cubicBezTo>
                  <a:cubicBezTo>
                    <a:pt x="5325" y="7034"/>
                    <a:pt x="5231" y="7074"/>
                    <a:pt x="5168" y="7153"/>
                  </a:cubicBezTo>
                  <a:cubicBezTo>
                    <a:pt x="5010" y="7310"/>
                    <a:pt x="5010" y="7562"/>
                    <a:pt x="5168" y="7688"/>
                  </a:cubicBezTo>
                  <a:cubicBezTo>
                    <a:pt x="5514" y="8035"/>
                    <a:pt x="6018" y="8224"/>
                    <a:pt x="6491" y="8224"/>
                  </a:cubicBezTo>
                  <a:cubicBezTo>
                    <a:pt x="6585" y="8224"/>
                    <a:pt x="6711" y="8224"/>
                    <a:pt x="6837" y="8192"/>
                  </a:cubicBezTo>
                  <a:lnTo>
                    <a:pt x="6837" y="9326"/>
                  </a:lnTo>
                  <a:lnTo>
                    <a:pt x="6837" y="9673"/>
                  </a:lnTo>
                  <a:cubicBezTo>
                    <a:pt x="6711" y="9673"/>
                    <a:pt x="6554" y="9736"/>
                    <a:pt x="6428" y="9736"/>
                  </a:cubicBezTo>
                  <a:cubicBezTo>
                    <a:pt x="4569" y="9673"/>
                    <a:pt x="3057" y="8192"/>
                    <a:pt x="3057" y="6333"/>
                  </a:cubicBezTo>
                  <a:cubicBezTo>
                    <a:pt x="3057" y="3908"/>
                    <a:pt x="3057" y="3971"/>
                    <a:pt x="3088" y="3687"/>
                  </a:cubicBezTo>
                  <a:cubicBezTo>
                    <a:pt x="3939" y="3592"/>
                    <a:pt x="4790" y="3151"/>
                    <a:pt x="5325" y="2490"/>
                  </a:cubicBezTo>
                  <a:close/>
                  <a:moveTo>
                    <a:pt x="6459" y="694"/>
                  </a:moveTo>
                  <a:cubicBezTo>
                    <a:pt x="8287" y="757"/>
                    <a:pt x="9830" y="2238"/>
                    <a:pt x="9830" y="4097"/>
                  </a:cubicBezTo>
                  <a:lnTo>
                    <a:pt x="9830" y="11941"/>
                  </a:lnTo>
                  <a:cubicBezTo>
                    <a:pt x="8570" y="11721"/>
                    <a:pt x="7562" y="10618"/>
                    <a:pt x="7562" y="9295"/>
                  </a:cubicBezTo>
                  <a:lnTo>
                    <a:pt x="7562" y="4065"/>
                  </a:lnTo>
                  <a:cubicBezTo>
                    <a:pt x="7562" y="3845"/>
                    <a:pt x="7404" y="3687"/>
                    <a:pt x="7215" y="3687"/>
                  </a:cubicBezTo>
                  <a:cubicBezTo>
                    <a:pt x="6585" y="3687"/>
                    <a:pt x="6113" y="3183"/>
                    <a:pt x="6113" y="2584"/>
                  </a:cubicBezTo>
                  <a:lnTo>
                    <a:pt x="6113" y="757"/>
                  </a:lnTo>
                  <a:cubicBezTo>
                    <a:pt x="6239" y="757"/>
                    <a:pt x="6365" y="694"/>
                    <a:pt x="6459" y="694"/>
                  </a:cubicBezTo>
                  <a:close/>
                  <a:moveTo>
                    <a:pt x="3057" y="8665"/>
                  </a:moveTo>
                  <a:cubicBezTo>
                    <a:pt x="3781" y="9704"/>
                    <a:pt x="5010" y="10429"/>
                    <a:pt x="6428" y="10429"/>
                  </a:cubicBezTo>
                  <a:cubicBezTo>
                    <a:pt x="6617" y="10429"/>
                    <a:pt x="6774" y="10429"/>
                    <a:pt x="6995" y="10398"/>
                  </a:cubicBezTo>
                  <a:cubicBezTo>
                    <a:pt x="7184" y="11028"/>
                    <a:pt x="7562" y="11563"/>
                    <a:pt x="8098" y="11973"/>
                  </a:cubicBezTo>
                  <a:lnTo>
                    <a:pt x="3057" y="11973"/>
                  </a:lnTo>
                  <a:lnTo>
                    <a:pt x="3057" y="8665"/>
                  </a:lnTo>
                  <a:close/>
                  <a:moveTo>
                    <a:pt x="6396" y="1"/>
                  </a:moveTo>
                  <a:cubicBezTo>
                    <a:pt x="4096" y="1"/>
                    <a:pt x="2269" y="1860"/>
                    <a:pt x="2269" y="4097"/>
                  </a:cubicBezTo>
                  <a:lnTo>
                    <a:pt x="2269" y="4443"/>
                  </a:lnTo>
                  <a:cubicBezTo>
                    <a:pt x="1356" y="4443"/>
                    <a:pt x="631" y="5231"/>
                    <a:pt x="757" y="6144"/>
                  </a:cubicBezTo>
                  <a:cubicBezTo>
                    <a:pt x="284" y="6428"/>
                    <a:pt x="1" y="6900"/>
                    <a:pt x="1" y="7436"/>
                  </a:cubicBezTo>
                  <a:cubicBezTo>
                    <a:pt x="1" y="8255"/>
                    <a:pt x="694" y="8948"/>
                    <a:pt x="1513" y="8948"/>
                  </a:cubicBezTo>
                  <a:cubicBezTo>
                    <a:pt x="1797" y="8948"/>
                    <a:pt x="2017" y="8854"/>
                    <a:pt x="2269" y="8728"/>
                  </a:cubicBezTo>
                  <a:lnTo>
                    <a:pt x="2269" y="12351"/>
                  </a:lnTo>
                  <a:cubicBezTo>
                    <a:pt x="2269" y="12571"/>
                    <a:pt x="2427" y="12729"/>
                    <a:pt x="2616" y="12729"/>
                  </a:cubicBezTo>
                  <a:lnTo>
                    <a:pt x="10145" y="12729"/>
                  </a:lnTo>
                  <a:cubicBezTo>
                    <a:pt x="10334" y="12729"/>
                    <a:pt x="10492" y="12571"/>
                    <a:pt x="10492" y="12351"/>
                  </a:cubicBezTo>
                  <a:lnTo>
                    <a:pt x="10492" y="8728"/>
                  </a:lnTo>
                  <a:cubicBezTo>
                    <a:pt x="10712" y="8854"/>
                    <a:pt x="10965" y="8948"/>
                    <a:pt x="11248" y="8948"/>
                  </a:cubicBezTo>
                  <a:cubicBezTo>
                    <a:pt x="12067" y="8948"/>
                    <a:pt x="12729" y="8255"/>
                    <a:pt x="12729" y="7436"/>
                  </a:cubicBezTo>
                  <a:cubicBezTo>
                    <a:pt x="12823" y="6932"/>
                    <a:pt x="12508" y="6428"/>
                    <a:pt x="12036" y="6144"/>
                  </a:cubicBezTo>
                  <a:cubicBezTo>
                    <a:pt x="12130" y="5231"/>
                    <a:pt x="11437" y="4443"/>
                    <a:pt x="10523" y="4443"/>
                  </a:cubicBezTo>
                  <a:lnTo>
                    <a:pt x="10523" y="4097"/>
                  </a:lnTo>
                  <a:cubicBezTo>
                    <a:pt x="10523" y="1860"/>
                    <a:pt x="8665" y="1"/>
                    <a:pt x="6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7" name="Google Shape;894;p108">
            <a:extLst>
              <a:ext uri="{FF2B5EF4-FFF2-40B4-BE49-F238E27FC236}">
                <a16:creationId xmlns:a16="http://schemas.microsoft.com/office/drawing/2014/main" id="{9B4071EF-AA12-4CFC-83CB-95DC207BAD4E}"/>
              </a:ext>
            </a:extLst>
          </p:cNvPr>
          <p:cNvGrpSpPr/>
          <p:nvPr/>
        </p:nvGrpSpPr>
        <p:grpSpPr>
          <a:xfrm>
            <a:off x="2233482" y="1932989"/>
            <a:ext cx="295536" cy="336332"/>
            <a:chOff x="-56774050" y="1904075"/>
            <a:chExt cx="279625" cy="318225"/>
          </a:xfrm>
        </p:grpSpPr>
        <p:sp>
          <p:nvSpPr>
            <p:cNvPr id="38" name="Google Shape;895;p108">
              <a:extLst>
                <a:ext uri="{FF2B5EF4-FFF2-40B4-BE49-F238E27FC236}">
                  <a16:creationId xmlns:a16="http://schemas.microsoft.com/office/drawing/2014/main" id="{88F54E05-0541-4760-B71E-8B0FBAE20615}"/>
                </a:ext>
              </a:extLst>
            </p:cNvPr>
            <p:cNvSpPr/>
            <p:nvPr/>
          </p:nvSpPr>
          <p:spPr>
            <a:xfrm>
              <a:off x="-56671650" y="2135825"/>
              <a:ext cx="72475" cy="28975"/>
            </a:xfrm>
            <a:custGeom>
              <a:avLst/>
              <a:gdLst/>
              <a:ahLst/>
              <a:cxnLst/>
              <a:rect l="l" t="t" r="r" b="b"/>
              <a:pathLst>
                <a:path w="2899" h="1159" extrusionOk="0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896;p108">
              <a:extLst>
                <a:ext uri="{FF2B5EF4-FFF2-40B4-BE49-F238E27FC236}">
                  <a16:creationId xmlns:a16="http://schemas.microsoft.com/office/drawing/2014/main" id="{947C8344-BE00-4B69-85DF-EE1AE1DB9DBE}"/>
                </a:ext>
              </a:extLst>
            </p:cNvPr>
            <p:cNvSpPr/>
            <p:nvPr/>
          </p:nvSpPr>
          <p:spPr>
            <a:xfrm>
              <a:off x="-56774050" y="19040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545" y="757"/>
                  </a:moveTo>
                  <a:cubicBezTo>
                    <a:pt x="7278" y="757"/>
                    <a:pt x="8696" y="2048"/>
                    <a:pt x="8885" y="3750"/>
                  </a:cubicBezTo>
                  <a:lnTo>
                    <a:pt x="4789" y="3750"/>
                  </a:lnTo>
                  <a:cubicBezTo>
                    <a:pt x="3056" y="3750"/>
                    <a:pt x="1639" y="2395"/>
                    <a:pt x="1450" y="757"/>
                  </a:cubicBezTo>
                  <a:close/>
                  <a:moveTo>
                    <a:pt x="2710" y="3844"/>
                  </a:moveTo>
                  <a:cubicBezTo>
                    <a:pt x="3277" y="4254"/>
                    <a:pt x="4002" y="4506"/>
                    <a:pt x="4789" y="4506"/>
                  </a:cubicBezTo>
                  <a:lnTo>
                    <a:pt x="8885" y="4506"/>
                  </a:lnTo>
                  <a:lnTo>
                    <a:pt x="8885" y="5608"/>
                  </a:lnTo>
                  <a:cubicBezTo>
                    <a:pt x="8570" y="5356"/>
                    <a:pt x="8192" y="5230"/>
                    <a:pt x="7782" y="5230"/>
                  </a:cubicBezTo>
                  <a:cubicBezTo>
                    <a:pt x="6900" y="5230"/>
                    <a:pt x="6144" y="5860"/>
                    <a:pt x="5986" y="6742"/>
                  </a:cubicBezTo>
                  <a:lnTo>
                    <a:pt x="5167" y="6742"/>
                  </a:lnTo>
                  <a:cubicBezTo>
                    <a:pt x="5010" y="5860"/>
                    <a:pt x="4222" y="5230"/>
                    <a:pt x="3340" y="5230"/>
                  </a:cubicBezTo>
                  <a:cubicBezTo>
                    <a:pt x="2899" y="5230"/>
                    <a:pt x="2552" y="5388"/>
                    <a:pt x="2237" y="5608"/>
                  </a:cubicBezTo>
                  <a:cubicBezTo>
                    <a:pt x="2237" y="4978"/>
                    <a:pt x="2395" y="4380"/>
                    <a:pt x="2710" y="3844"/>
                  </a:cubicBezTo>
                  <a:close/>
                  <a:moveTo>
                    <a:pt x="1450" y="5986"/>
                  </a:moveTo>
                  <a:lnTo>
                    <a:pt x="1450" y="7467"/>
                  </a:lnTo>
                  <a:cubicBezTo>
                    <a:pt x="1432" y="7468"/>
                    <a:pt x="1415" y="7469"/>
                    <a:pt x="1398" y="7469"/>
                  </a:cubicBezTo>
                  <a:cubicBezTo>
                    <a:pt x="984" y="7469"/>
                    <a:pt x="694" y="7106"/>
                    <a:pt x="694" y="6742"/>
                  </a:cubicBezTo>
                  <a:cubicBezTo>
                    <a:pt x="694" y="6333"/>
                    <a:pt x="1009" y="5986"/>
                    <a:pt x="1450" y="5986"/>
                  </a:cubicBezTo>
                  <a:close/>
                  <a:moveTo>
                    <a:pt x="9641" y="5986"/>
                  </a:moveTo>
                  <a:cubicBezTo>
                    <a:pt x="10051" y="5986"/>
                    <a:pt x="10397" y="6301"/>
                    <a:pt x="10397" y="6742"/>
                  </a:cubicBezTo>
                  <a:cubicBezTo>
                    <a:pt x="10397" y="7184"/>
                    <a:pt x="10051" y="7499"/>
                    <a:pt x="9641" y="7499"/>
                  </a:cubicBezTo>
                  <a:lnTo>
                    <a:pt x="9641" y="5986"/>
                  </a:lnTo>
                  <a:close/>
                  <a:moveTo>
                    <a:pt x="3309" y="5986"/>
                  </a:moveTo>
                  <a:cubicBezTo>
                    <a:pt x="3939" y="5986"/>
                    <a:pt x="4411" y="6490"/>
                    <a:pt x="4411" y="7089"/>
                  </a:cubicBezTo>
                  <a:cubicBezTo>
                    <a:pt x="4411" y="7719"/>
                    <a:pt x="3907" y="8192"/>
                    <a:pt x="3309" y="8192"/>
                  </a:cubicBezTo>
                  <a:cubicBezTo>
                    <a:pt x="2678" y="8192"/>
                    <a:pt x="2206" y="7688"/>
                    <a:pt x="2206" y="7089"/>
                  </a:cubicBezTo>
                  <a:cubicBezTo>
                    <a:pt x="2206" y="6459"/>
                    <a:pt x="2710" y="5986"/>
                    <a:pt x="3309" y="5986"/>
                  </a:cubicBezTo>
                  <a:close/>
                  <a:moveTo>
                    <a:pt x="7782" y="6018"/>
                  </a:moveTo>
                  <a:cubicBezTo>
                    <a:pt x="8412" y="6018"/>
                    <a:pt x="8885" y="6553"/>
                    <a:pt x="8885" y="7121"/>
                  </a:cubicBezTo>
                  <a:cubicBezTo>
                    <a:pt x="8885" y="7719"/>
                    <a:pt x="8381" y="8223"/>
                    <a:pt x="7782" y="8223"/>
                  </a:cubicBezTo>
                  <a:cubicBezTo>
                    <a:pt x="7152" y="8223"/>
                    <a:pt x="6680" y="7719"/>
                    <a:pt x="6680" y="7121"/>
                  </a:cubicBezTo>
                  <a:cubicBezTo>
                    <a:pt x="6680" y="6490"/>
                    <a:pt x="7215" y="6018"/>
                    <a:pt x="7782" y="6018"/>
                  </a:cubicBezTo>
                  <a:close/>
                  <a:moveTo>
                    <a:pt x="5955" y="7436"/>
                  </a:moveTo>
                  <a:cubicBezTo>
                    <a:pt x="6112" y="8318"/>
                    <a:pt x="6900" y="8948"/>
                    <a:pt x="7751" y="8948"/>
                  </a:cubicBezTo>
                  <a:cubicBezTo>
                    <a:pt x="8192" y="8948"/>
                    <a:pt x="8538" y="8790"/>
                    <a:pt x="8853" y="8601"/>
                  </a:cubicBezTo>
                  <a:lnTo>
                    <a:pt x="8853" y="8601"/>
                  </a:lnTo>
                  <a:cubicBezTo>
                    <a:pt x="8885" y="10334"/>
                    <a:pt x="7593" y="11783"/>
                    <a:pt x="5892" y="11941"/>
                  </a:cubicBezTo>
                  <a:lnTo>
                    <a:pt x="5892" y="11594"/>
                  </a:lnTo>
                  <a:cubicBezTo>
                    <a:pt x="5892" y="11374"/>
                    <a:pt x="5734" y="11216"/>
                    <a:pt x="5545" y="11216"/>
                  </a:cubicBezTo>
                  <a:cubicBezTo>
                    <a:pt x="5356" y="11216"/>
                    <a:pt x="5199" y="11374"/>
                    <a:pt x="5199" y="11594"/>
                  </a:cubicBezTo>
                  <a:lnTo>
                    <a:pt x="5199" y="11941"/>
                  </a:lnTo>
                  <a:cubicBezTo>
                    <a:pt x="3498" y="11752"/>
                    <a:pt x="2206" y="10334"/>
                    <a:pt x="2206" y="8601"/>
                  </a:cubicBezTo>
                  <a:lnTo>
                    <a:pt x="2206" y="8601"/>
                  </a:lnTo>
                  <a:cubicBezTo>
                    <a:pt x="2521" y="8822"/>
                    <a:pt x="2899" y="8948"/>
                    <a:pt x="3309" y="8948"/>
                  </a:cubicBezTo>
                  <a:cubicBezTo>
                    <a:pt x="4222" y="8948"/>
                    <a:pt x="4947" y="8318"/>
                    <a:pt x="5136" y="7436"/>
                  </a:cubicBezTo>
                  <a:close/>
                  <a:moveTo>
                    <a:pt x="1072" y="0"/>
                  </a:moveTo>
                  <a:cubicBezTo>
                    <a:pt x="851" y="0"/>
                    <a:pt x="725" y="158"/>
                    <a:pt x="725" y="347"/>
                  </a:cubicBezTo>
                  <a:cubicBezTo>
                    <a:pt x="725" y="1576"/>
                    <a:pt x="1229" y="2678"/>
                    <a:pt x="2080" y="3434"/>
                  </a:cubicBezTo>
                  <a:cubicBezTo>
                    <a:pt x="1733" y="3970"/>
                    <a:pt x="1544" y="4569"/>
                    <a:pt x="1513" y="5230"/>
                  </a:cubicBezTo>
                  <a:cubicBezTo>
                    <a:pt x="662" y="5230"/>
                    <a:pt x="0" y="5923"/>
                    <a:pt x="0" y="6742"/>
                  </a:cubicBezTo>
                  <a:cubicBezTo>
                    <a:pt x="0" y="7562"/>
                    <a:pt x="662" y="8223"/>
                    <a:pt x="1513" y="8223"/>
                  </a:cubicBezTo>
                  <a:lnTo>
                    <a:pt x="1513" y="8601"/>
                  </a:lnTo>
                  <a:cubicBezTo>
                    <a:pt x="1513" y="10870"/>
                    <a:pt x="3340" y="12728"/>
                    <a:pt x="5577" y="12728"/>
                  </a:cubicBezTo>
                  <a:cubicBezTo>
                    <a:pt x="7845" y="12728"/>
                    <a:pt x="9673" y="10870"/>
                    <a:pt x="9673" y="8601"/>
                  </a:cubicBezTo>
                  <a:lnTo>
                    <a:pt x="9673" y="8223"/>
                  </a:lnTo>
                  <a:cubicBezTo>
                    <a:pt x="10523" y="8223"/>
                    <a:pt x="11185" y="7562"/>
                    <a:pt x="11185" y="6742"/>
                  </a:cubicBezTo>
                  <a:cubicBezTo>
                    <a:pt x="11153" y="5923"/>
                    <a:pt x="10460" y="5230"/>
                    <a:pt x="9641" y="5230"/>
                  </a:cubicBezTo>
                  <a:lnTo>
                    <a:pt x="9641" y="4128"/>
                  </a:lnTo>
                  <a:cubicBezTo>
                    <a:pt x="9641" y="1859"/>
                    <a:pt x="7782" y="0"/>
                    <a:pt x="55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0" name="Google Shape;889;p108">
            <a:extLst>
              <a:ext uri="{FF2B5EF4-FFF2-40B4-BE49-F238E27FC236}">
                <a16:creationId xmlns:a16="http://schemas.microsoft.com/office/drawing/2014/main" id="{9D186112-CD0B-471C-BA0E-A8906ABF2059}"/>
              </a:ext>
            </a:extLst>
          </p:cNvPr>
          <p:cNvGrpSpPr/>
          <p:nvPr/>
        </p:nvGrpSpPr>
        <p:grpSpPr>
          <a:xfrm>
            <a:off x="2470831" y="2302884"/>
            <a:ext cx="337997" cy="336411"/>
            <a:chOff x="-55620175" y="2686900"/>
            <a:chExt cx="319800" cy="318300"/>
          </a:xfrm>
        </p:grpSpPr>
        <p:sp>
          <p:nvSpPr>
            <p:cNvPr id="41" name="Google Shape;890;p108">
              <a:extLst>
                <a:ext uri="{FF2B5EF4-FFF2-40B4-BE49-F238E27FC236}">
                  <a16:creationId xmlns:a16="http://schemas.microsoft.com/office/drawing/2014/main" id="{D2E60A7B-2659-458B-8E5D-0D98748E0B8C}"/>
                </a:ext>
              </a:extLst>
            </p:cNvPr>
            <p:cNvSpPr/>
            <p:nvPr/>
          </p:nvSpPr>
          <p:spPr>
            <a:xfrm>
              <a:off x="-55514650" y="2917925"/>
              <a:ext cx="72500" cy="29775"/>
            </a:xfrm>
            <a:custGeom>
              <a:avLst/>
              <a:gdLst/>
              <a:ahLst/>
              <a:cxnLst/>
              <a:rect l="l" t="t" r="r" b="b"/>
              <a:pathLst>
                <a:path w="2900" h="1191" extrusionOk="0">
                  <a:moveTo>
                    <a:pt x="387" y="1"/>
                  </a:moveTo>
                  <a:cubicBezTo>
                    <a:pt x="292" y="1"/>
                    <a:pt x="206" y="40"/>
                    <a:pt x="158" y="119"/>
                  </a:cubicBezTo>
                  <a:cubicBezTo>
                    <a:pt x="1" y="277"/>
                    <a:pt x="1" y="529"/>
                    <a:pt x="158" y="655"/>
                  </a:cubicBezTo>
                  <a:cubicBezTo>
                    <a:pt x="505" y="1001"/>
                    <a:pt x="978" y="1190"/>
                    <a:pt x="1450" y="1190"/>
                  </a:cubicBezTo>
                  <a:cubicBezTo>
                    <a:pt x="1954" y="1190"/>
                    <a:pt x="2427" y="1001"/>
                    <a:pt x="2742" y="655"/>
                  </a:cubicBezTo>
                  <a:cubicBezTo>
                    <a:pt x="2899" y="497"/>
                    <a:pt x="2899" y="245"/>
                    <a:pt x="2742" y="119"/>
                  </a:cubicBezTo>
                  <a:cubicBezTo>
                    <a:pt x="2679" y="72"/>
                    <a:pt x="2592" y="48"/>
                    <a:pt x="2502" y="48"/>
                  </a:cubicBezTo>
                  <a:cubicBezTo>
                    <a:pt x="2411" y="48"/>
                    <a:pt x="2317" y="72"/>
                    <a:pt x="2238" y="119"/>
                  </a:cubicBezTo>
                  <a:cubicBezTo>
                    <a:pt x="2049" y="340"/>
                    <a:pt x="1734" y="434"/>
                    <a:pt x="1450" y="434"/>
                  </a:cubicBezTo>
                  <a:cubicBezTo>
                    <a:pt x="1135" y="434"/>
                    <a:pt x="852" y="340"/>
                    <a:pt x="663" y="119"/>
                  </a:cubicBezTo>
                  <a:cubicBezTo>
                    <a:pt x="584" y="40"/>
                    <a:pt x="481" y="1"/>
                    <a:pt x="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891;p108">
              <a:extLst>
                <a:ext uri="{FF2B5EF4-FFF2-40B4-BE49-F238E27FC236}">
                  <a16:creationId xmlns:a16="http://schemas.microsoft.com/office/drawing/2014/main" id="{A7933862-9F39-4016-A1C7-C2077F9CC0CA}"/>
                </a:ext>
              </a:extLst>
            </p:cNvPr>
            <p:cNvSpPr/>
            <p:nvPr/>
          </p:nvSpPr>
          <p:spPr>
            <a:xfrm>
              <a:off x="-55450050" y="285472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90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79"/>
                  </a:cubicBezTo>
                  <a:cubicBezTo>
                    <a:pt x="725" y="190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892;p108">
              <a:extLst>
                <a:ext uri="{FF2B5EF4-FFF2-40B4-BE49-F238E27FC236}">
                  <a16:creationId xmlns:a16="http://schemas.microsoft.com/office/drawing/2014/main" id="{3994B865-D80A-4484-A52E-4B9559BA95BA}"/>
                </a:ext>
              </a:extLst>
            </p:cNvPr>
            <p:cNvSpPr/>
            <p:nvPr/>
          </p:nvSpPr>
          <p:spPr>
            <a:xfrm>
              <a:off x="-55524875" y="2855525"/>
              <a:ext cx="18925" cy="17450"/>
            </a:xfrm>
            <a:custGeom>
              <a:avLst/>
              <a:gdLst/>
              <a:ahLst/>
              <a:cxnLst/>
              <a:rect l="l" t="t" r="r" b="b"/>
              <a:pathLst>
                <a:path w="757" h="698" extrusionOk="0">
                  <a:moveTo>
                    <a:pt x="410" y="0"/>
                  </a:moveTo>
                  <a:cubicBezTo>
                    <a:pt x="189" y="0"/>
                    <a:pt x="0" y="158"/>
                    <a:pt x="0" y="347"/>
                  </a:cubicBezTo>
                  <a:cubicBezTo>
                    <a:pt x="0" y="536"/>
                    <a:pt x="189" y="693"/>
                    <a:pt x="410" y="693"/>
                  </a:cubicBezTo>
                  <a:cubicBezTo>
                    <a:pt x="423" y="696"/>
                    <a:pt x="437" y="697"/>
                    <a:pt x="451" y="697"/>
                  </a:cubicBezTo>
                  <a:cubicBezTo>
                    <a:pt x="598" y="697"/>
                    <a:pt x="756" y="548"/>
                    <a:pt x="756" y="347"/>
                  </a:cubicBezTo>
                  <a:cubicBezTo>
                    <a:pt x="756" y="158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893;p108">
              <a:extLst>
                <a:ext uri="{FF2B5EF4-FFF2-40B4-BE49-F238E27FC236}">
                  <a16:creationId xmlns:a16="http://schemas.microsoft.com/office/drawing/2014/main" id="{D3D09F7F-E364-46F9-A6F7-9F3B41A2D045}"/>
                </a:ext>
              </a:extLst>
            </p:cNvPr>
            <p:cNvSpPr/>
            <p:nvPr/>
          </p:nvSpPr>
          <p:spPr>
            <a:xfrm>
              <a:off x="-55620175" y="2686900"/>
              <a:ext cx="319800" cy="318300"/>
            </a:xfrm>
            <a:custGeom>
              <a:avLst/>
              <a:gdLst/>
              <a:ahLst/>
              <a:cxnLst/>
              <a:rect l="l" t="t" r="r" b="b"/>
              <a:pathLst>
                <a:path w="12792" h="12732" extrusionOk="0">
                  <a:moveTo>
                    <a:pt x="5671" y="2240"/>
                  </a:moveTo>
                  <a:cubicBezTo>
                    <a:pt x="6333" y="2240"/>
                    <a:pt x="6931" y="2429"/>
                    <a:pt x="7435" y="2744"/>
                  </a:cubicBezTo>
                  <a:cubicBezTo>
                    <a:pt x="7057" y="4225"/>
                    <a:pt x="5703" y="5233"/>
                    <a:pt x="4159" y="5233"/>
                  </a:cubicBezTo>
                  <a:lnTo>
                    <a:pt x="2332" y="5233"/>
                  </a:lnTo>
                  <a:cubicBezTo>
                    <a:pt x="2489" y="3532"/>
                    <a:pt x="3938" y="2240"/>
                    <a:pt x="5671" y="2240"/>
                  </a:cubicBezTo>
                  <a:close/>
                  <a:moveTo>
                    <a:pt x="8318" y="732"/>
                  </a:moveTo>
                  <a:cubicBezTo>
                    <a:pt x="8434" y="732"/>
                    <a:pt x="8549" y="741"/>
                    <a:pt x="8664" y="759"/>
                  </a:cubicBezTo>
                  <a:cubicBezTo>
                    <a:pt x="9735" y="917"/>
                    <a:pt x="10523" y="1925"/>
                    <a:pt x="10523" y="3059"/>
                  </a:cubicBezTo>
                  <a:lnTo>
                    <a:pt x="10523" y="6147"/>
                  </a:lnTo>
                  <a:cubicBezTo>
                    <a:pt x="10271" y="6021"/>
                    <a:pt x="10050" y="5958"/>
                    <a:pt x="9767" y="5958"/>
                  </a:cubicBezTo>
                  <a:lnTo>
                    <a:pt x="9767" y="5580"/>
                  </a:lnTo>
                  <a:cubicBezTo>
                    <a:pt x="9767" y="3626"/>
                    <a:pt x="8349" y="1957"/>
                    <a:pt x="6490" y="1578"/>
                  </a:cubicBezTo>
                  <a:cubicBezTo>
                    <a:pt x="6975" y="1040"/>
                    <a:pt x="7643" y="732"/>
                    <a:pt x="8318" y="732"/>
                  </a:cubicBezTo>
                  <a:close/>
                  <a:moveTo>
                    <a:pt x="1544" y="6745"/>
                  </a:moveTo>
                  <a:lnTo>
                    <a:pt x="1544" y="8226"/>
                  </a:lnTo>
                  <a:cubicBezTo>
                    <a:pt x="1134" y="8226"/>
                    <a:pt x="788" y="7879"/>
                    <a:pt x="788" y="7470"/>
                  </a:cubicBezTo>
                  <a:cubicBezTo>
                    <a:pt x="788" y="7092"/>
                    <a:pt x="1134" y="6745"/>
                    <a:pt x="1544" y="6745"/>
                  </a:cubicBezTo>
                  <a:close/>
                  <a:moveTo>
                    <a:pt x="9798" y="6745"/>
                  </a:moveTo>
                  <a:cubicBezTo>
                    <a:pt x="10208" y="6745"/>
                    <a:pt x="10554" y="7060"/>
                    <a:pt x="10554" y="7470"/>
                  </a:cubicBezTo>
                  <a:cubicBezTo>
                    <a:pt x="10554" y="7879"/>
                    <a:pt x="10208" y="8226"/>
                    <a:pt x="9798" y="8226"/>
                  </a:cubicBezTo>
                  <a:lnTo>
                    <a:pt x="9798" y="6745"/>
                  </a:lnTo>
                  <a:close/>
                  <a:moveTo>
                    <a:pt x="10712" y="8667"/>
                  </a:moveTo>
                  <a:cubicBezTo>
                    <a:pt x="10775" y="8888"/>
                    <a:pt x="10869" y="9108"/>
                    <a:pt x="11027" y="9297"/>
                  </a:cubicBezTo>
                  <a:cubicBezTo>
                    <a:pt x="11090" y="9455"/>
                    <a:pt x="11216" y="9549"/>
                    <a:pt x="11342" y="9707"/>
                  </a:cubicBezTo>
                  <a:lnTo>
                    <a:pt x="9652" y="9707"/>
                  </a:lnTo>
                  <a:cubicBezTo>
                    <a:pt x="9738" y="9468"/>
                    <a:pt x="9768" y="9254"/>
                    <a:pt x="9798" y="8982"/>
                  </a:cubicBezTo>
                  <a:cubicBezTo>
                    <a:pt x="10145" y="8982"/>
                    <a:pt x="10460" y="8856"/>
                    <a:pt x="10712" y="8667"/>
                  </a:cubicBezTo>
                  <a:close/>
                  <a:moveTo>
                    <a:pt x="8066" y="3280"/>
                  </a:moveTo>
                  <a:cubicBezTo>
                    <a:pt x="8664" y="3847"/>
                    <a:pt x="9042" y="4729"/>
                    <a:pt x="9042" y="5643"/>
                  </a:cubicBezTo>
                  <a:lnTo>
                    <a:pt x="9042" y="8636"/>
                  </a:lnTo>
                  <a:cubicBezTo>
                    <a:pt x="9042" y="10463"/>
                    <a:pt x="7530" y="11975"/>
                    <a:pt x="5671" y="11975"/>
                  </a:cubicBezTo>
                  <a:cubicBezTo>
                    <a:pt x="3812" y="11975"/>
                    <a:pt x="2269" y="10431"/>
                    <a:pt x="2269" y="8573"/>
                  </a:cubicBezTo>
                  <a:lnTo>
                    <a:pt x="2269" y="5989"/>
                  </a:lnTo>
                  <a:lnTo>
                    <a:pt x="4159" y="5989"/>
                  </a:lnTo>
                  <a:cubicBezTo>
                    <a:pt x="5104" y="5989"/>
                    <a:pt x="6049" y="5643"/>
                    <a:pt x="6805" y="5044"/>
                  </a:cubicBezTo>
                  <a:cubicBezTo>
                    <a:pt x="7404" y="4571"/>
                    <a:pt x="7782" y="3941"/>
                    <a:pt x="8066" y="3280"/>
                  </a:cubicBezTo>
                  <a:close/>
                  <a:moveTo>
                    <a:pt x="8329" y="0"/>
                  </a:moveTo>
                  <a:cubicBezTo>
                    <a:pt x="7237" y="0"/>
                    <a:pt x="6224" y="580"/>
                    <a:pt x="5671" y="1547"/>
                  </a:cubicBezTo>
                  <a:lnTo>
                    <a:pt x="5640" y="1547"/>
                  </a:lnTo>
                  <a:cubicBezTo>
                    <a:pt x="3340" y="1547"/>
                    <a:pt x="1481" y="3374"/>
                    <a:pt x="1481" y="5643"/>
                  </a:cubicBezTo>
                  <a:lnTo>
                    <a:pt x="1481" y="5989"/>
                  </a:lnTo>
                  <a:cubicBezTo>
                    <a:pt x="662" y="5989"/>
                    <a:pt x="0" y="6651"/>
                    <a:pt x="0" y="7470"/>
                  </a:cubicBezTo>
                  <a:cubicBezTo>
                    <a:pt x="0" y="8320"/>
                    <a:pt x="662" y="8982"/>
                    <a:pt x="1481" y="8982"/>
                  </a:cubicBezTo>
                  <a:cubicBezTo>
                    <a:pt x="1702" y="11061"/>
                    <a:pt x="3466" y="12731"/>
                    <a:pt x="5577" y="12731"/>
                  </a:cubicBezTo>
                  <a:cubicBezTo>
                    <a:pt x="7215" y="12731"/>
                    <a:pt x="8570" y="11818"/>
                    <a:pt x="9263" y="10463"/>
                  </a:cubicBezTo>
                  <a:lnTo>
                    <a:pt x="12319" y="10463"/>
                  </a:lnTo>
                  <a:cubicBezTo>
                    <a:pt x="12476" y="10463"/>
                    <a:pt x="12634" y="10368"/>
                    <a:pt x="12665" y="10211"/>
                  </a:cubicBezTo>
                  <a:cubicBezTo>
                    <a:pt x="12791" y="9990"/>
                    <a:pt x="12728" y="9833"/>
                    <a:pt x="12571" y="9770"/>
                  </a:cubicBezTo>
                  <a:cubicBezTo>
                    <a:pt x="11783" y="9360"/>
                    <a:pt x="11248" y="8573"/>
                    <a:pt x="11248" y="7690"/>
                  </a:cubicBezTo>
                  <a:lnTo>
                    <a:pt x="11248" y="3122"/>
                  </a:lnTo>
                  <a:cubicBezTo>
                    <a:pt x="11248" y="1578"/>
                    <a:pt x="10208" y="287"/>
                    <a:pt x="8790" y="35"/>
                  </a:cubicBezTo>
                  <a:cubicBezTo>
                    <a:pt x="8636" y="12"/>
                    <a:pt x="8481" y="0"/>
                    <a:pt x="83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" name="Google Shape;982;p114">
            <a:extLst>
              <a:ext uri="{FF2B5EF4-FFF2-40B4-BE49-F238E27FC236}">
                <a16:creationId xmlns:a16="http://schemas.microsoft.com/office/drawing/2014/main" id="{FC5B4528-1327-4EC5-8735-445E008D7B06}"/>
              </a:ext>
            </a:extLst>
          </p:cNvPr>
          <p:cNvGrpSpPr/>
          <p:nvPr/>
        </p:nvGrpSpPr>
        <p:grpSpPr>
          <a:xfrm>
            <a:off x="3341646" y="2206636"/>
            <a:ext cx="420796" cy="371887"/>
            <a:chOff x="-3137650" y="2787000"/>
            <a:chExt cx="291450" cy="257575"/>
          </a:xfrm>
        </p:grpSpPr>
        <p:sp>
          <p:nvSpPr>
            <p:cNvPr id="46" name="Google Shape;983;p114">
              <a:extLst>
                <a:ext uri="{FF2B5EF4-FFF2-40B4-BE49-F238E27FC236}">
                  <a16:creationId xmlns:a16="http://schemas.microsoft.com/office/drawing/2014/main" id="{1B0E9412-0F34-4AAE-B618-43A58BCA692F}"/>
                </a:ext>
              </a:extLst>
            </p:cNvPr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984;p114">
              <a:extLst>
                <a:ext uri="{FF2B5EF4-FFF2-40B4-BE49-F238E27FC236}">
                  <a16:creationId xmlns:a16="http://schemas.microsoft.com/office/drawing/2014/main" id="{EDB1E13A-BBC7-44C6-BD61-A02A2EDBC0D5}"/>
                </a:ext>
              </a:extLst>
            </p:cNvPr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985;p114">
              <a:extLst>
                <a:ext uri="{FF2B5EF4-FFF2-40B4-BE49-F238E27FC236}">
                  <a16:creationId xmlns:a16="http://schemas.microsoft.com/office/drawing/2014/main" id="{620C541F-159D-4E05-857F-26ACD0376934}"/>
                </a:ext>
              </a:extLst>
            </p:cNvPr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986;p114">
              <a:extLst>
                <a:ext uri="{FF2B5EF4-FFF2-40B4-BE49-F238E27FC236}">
                  <a16:creationId xmlns:a16="http://schemas.microsoft.com/office/drawing/2014/main" id="{4E733BF7-4436-4D22-ACAE-7E2F9019E1EC}"/>
                </a:ext>
              </a:extLst>
            </p:cNvPr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987;p114">
              <a:extLst>
                <a:ext uri="{FF2B5EF4-FFF2-40B4-BE49-F238E27FC236}">
                  <a16:creationId xmlns:a16="http://schemas.microsoft.com/office/drawing/2014/main" id="{41FC8D85-E228-48FE-9D1B-8CB1202CE03C}"/>
                </a:ext>
              </a:extLst>
            </p:cNvPr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988;p114">
              <a:extLst>
                <a:ext uri="{FF2B5EF4-FFF2-40B4-BE49-F238E27FC236}">
                  <a16:creationId xmlns:a16="http://schemas.microsoft.com/office/drawing/2014/main" id="{23EBD185-2C8C-4BF1-B73C-DCA30EFA90F9}"/>
                </a:ext>
              </a:extLst>
            </p:cNvPr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989;p114">
              <a:extLst>
                <a:ext uri="{FF2B5EF4-FFF2-40B4-BE49-F238E27FC236}">
                  <a16:creationId xmlns:a16="http://schemas.microsoft.com/office/drawing/2014/main" id="{85587D16-410F-489F-8D8B-C2E515CC8346}"/>
                </a:ext>
              </a:extLst>
            </p:cNvPr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990;p114">
              <a:extLst>
                <a:ext uri="{FF2B5EF4-FFF2-40B4-BE49-F238E27FC236}">
                  <a16:creationId xmlns:a16="http://schemas.microsoft.com/office/drawing/2014/main" id="{E341FE30-E0CC-4BBB-BD00-464F3277E3DF}"/>
                </a:ext>
              </a:extLst>
            </p:cNvPr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4" name="Google Shape;1079;p119">
            <a:extLst>
              <a:ext uri="{FF2B5EF4-FFF2-40B4-BE49-F238E27FC236}">
                <a16:creationId xmlns:a16="http://schemas.microsoft.com/office/drawing/2014/main" id="{04A7830C-1A34-49EF-B49E-04C443492255}"/>
              </a:ext>
            </a:extLst>
          </p:cNvPr>
          <p:cNvGrpSpPr/>
          <p:nvPr/>
        </p:nvGrpSpPr>
        <p:grpSpPr>
          <a:xfrm>
            <a:off x="3970559" y="2206636"/>
            <a:ext cx="420796" cy="421914"/>
            <a:chOff x="-1333200" y="2770450"/>
            <a:chExt cx="291450" cy="292225"/>
          </a:xfrm>
        </p:grpSpPr>
        <p:sp>
          <p:nvSpPr>
            <p:cNvPr id="55" name="Google Shape;1080;p119">
              <a:extLst>
                <a:ext uri="{FF2B5EF4-FFF2-40B4-BE49-F238E27FC236}">
                  <a16:creationId xmlns:a16="http://schemas.microsoft.com/office/drawing/2014/main" id="{1555BCE1-E382-45E6-8691-DED79B8BDA79}"/>
                </a:ext>
              </a:extLst>
            </p:cNvPr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1081;p119">
              <a:extLst>
                <a:ext uri="{FF2B5EF4-FFF2-40B4-BE49-F238E27FC236}">
                  <a16:creationId xmlns:a16="http://schemas.microsoft.com/office/drawing/2014/main" id="{CD5A1ADB-5487-4CAC-9531-84F0B151EB4D}"/>
                </a:ext>
              </a:extLst>
            </p:cNvPr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7" name="Google Shape;1320;p131">
            <a:extLst>
              <a:ext uri="{FF2B5EF4-FFF2-40B4-BE49-F238E27FC236}">
                <a16:creationId xmlns:a16="http://schemas.microsoft.com/office/drawing/2014/main" id="{BE66997C-D4B8-4F91-ADCC-86AFE9FE2E72}"/>
              </a:ext>
            </a:extLst>
          </p:cNvPr>
          <p:cNvGrpSpPr/>
          <p:nvPr/>
        </p:nvGrpSpPr>
        <p:grpSpPr>
          <a:xfrm>
            <a:off x="5119445" y="2228131"/>
            <a:ext cx="421914" cy="423864"/>
            <a:chOff x="-1333975" y="2365850"/>
            <a:chExt cx="292225" cy="293575"/>
          </a:xfrm>
        </p:grpSpPr>
        <p:sp>
          <p:nvSpPr>
            <p:cNvPr id="58" name="Google Shape;1321;p131">
              <a:extLst>
                <a:ext uri="{FF2B5EF4-FFF2-40B4-BE49-F238E27FC236}">
                  <a16:creationId xmlns:a16="http://schemas.microsoft.com/office/drawing/2014/main" id="{4B73179B-3AF4-47C1-A462-FEA41845CADC}"/>
                </a:ext>
              </a:extLst>
            </p:cNvPr>
            <p:cNvSpPr/>
            <p:nvPr/>
          </p:nvSpPr>
          <p:spPr>
            <a:xfrm>
              <a:off x="-1285150" y="2365850"/>
              <a:ext cx="191225" cy="293575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1322;p131">
              <a:extLst>
                <a:ext uri="{FF2B5EF4-FFF2-40B4-BE49-F238E27FC236}">
                  <a16:creationId xmlns:a16="http://schemas.microsoft.com/office/drawing/2014/main" id="{65FE71EB-5A65-493C-A901-434F0A356CA0}"/>
                </a:ext>
              </a:extLst>
            </p:cNvPr>
            <p:cNvSpPr/>
            <p:nvPr/>
          </p:nvSpPr>
          <p:spPr>
            <a:xfrm>
              <a:off x="-107642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1323;p131">
              <a:extLst>
                <a:ext uri="{FF2B5EF4-FFF2-40B4-BE49-F238E27FC236}">
                  <a16:creationId xmlns:a16="http://schemas.microsoft.com/office/drawing/2014/main" id="{A4311028-4950-4FCE-B64C-7FEBDF3C3815}"/>
                </a:ext>
              </a:extLst>
            </p:cNvPr>
            <p:cNvSpPr/>
            <p:nvPr/>
          </p:nvSpPr>
          <p:spPr>
            <a:xfrm>
              <a:off x="-133397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1324;p131">
              <a:extLst>
                <a:ext uri="{FF2B5EF4-FFF2-40B4-BE49-F238E27FC236}">
                  <a16:creationId xmlns:a16="http://schemas.microsoft.com/office/drawing/2014/main" id="{32CDE1BD-2A01-4937-AE60-A1E8CBFBE9B3}"/>
                </a:ext>
              </a:extLst>
            </p:cNvPr>
            <p:cNvSpPr/>
            <p:nvPr/>
          </p:nvSpPr>
          <p:spPr>
            <a:xfrm>
              <a:off x="-1093750" y="2383050"/>
              <a:ext cx="35450" cy="26575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1325;p131">
              <a:extLst>
                <a:ext uri="{FF2B5EF4-FFF2-40B4-BE49-F238E27FC236}">
                  <a16:creationId xmlns:a16="http://schemas.microsoft.com/office/drawing/2014/main" id="{CEFE3AA9-C0AB-4747-BC87-C385F7121956}"/>
                </a:ext>
              </a:extLst>
            </p:cNvPr>
            <p:cNvSpPr/>
            <p:nvPr/>
          </p:nvSpPr>
          <p:spPr>
            <a:xfrm>
              <a:off x="-1317450" y="2512575"/>
              <a:ext cx="35475" cy="26225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1326;p131">
              <a:extLst>
                <a:ext uri="{FF2B5EF4-FFF2-40B4-BE49-F238E27FC236}">
                  <a16:creationId xmlns:a16="http://schemas.microsoft.com/office/drawing/2014/main" id="{B0B840B6-391D-4625-B6F9-C866FAD38584}"/>
                </a:ext>
              </a:extLst>
            </p:cNvPr>
            <p:cNvSpPr/>
            <p:nvPr/>
          </p:nvSpPr>
          <p:spPr>
            <a:xfrm>
              <a:off x="-1092975" y="2512575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1327;p131">
              <a:extLst>
                <a:ext uri="{FF2B5EF4-FFF2-40B4-BE49-F238E27FC236}">
                  <a16:creationId xmlns:a16="http://schemas.microsoft.com/office/drawing/2014/main" id="{2660EC3D-07DE-4C2E-A051-EAE80473AEC7}"/>
                </a:ext>
              </a:extLst>
            </p:cNvPr>
            <p:cNvSpPr/>
            <p:nvPr/>
          </p:nvSpPr>
          <p:spPr>
            <a:xfrm>
              <a:off x="-1316650" y="2383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1328;p131">
              <a:extLst>
                <a:ext uri="{FF2B5EF4-FFF2-40B4-BE49-F238E27FC236}">
                  <a16:creationId xmlns:a16="http://schemas.microsoft.com/office/drawing/2014/main" id="{E6BC190A-248A-476B-88AA-E7766BC3B378}"/>
                </a:ext>
              </a:extLst>
            </p:cNvPr>
            <p:cNvSpPr/>
            <p:nvPr/>
          </p:nvSpPr>
          <p:spPr>
            <a:xfrm>
              <a:off x="-1239475" y="2401575"/>
              <a:ext cx="102425" cy="153100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6" name="Google Shape;1329;p131">
            <a:extLst>
              <a:ext uri="{FF2B5EF4-FFF2-40B4-BE49-F238E27FC236}">
                <a16:creationId xmlns:a16="http://schemas.microsoft.com/office/drawing/2014/main" id="{5D7F2594-F6DB-43DA-9A5C-596574296CB8}"/>
              </a:ext>
            </a:extLst>
          </p:cNvPr>
          <p:cNvGrpSpPr/>
          <p:nvPr/>
        </p:nvGrpSpPr>
        <p:grpSpPr>
          <a:xfrm>
            <a:off x="6594482" y="2206636"/>
            <a:ext cx="421914" cy="420796"/>
            <a:chOff x="-937025" y="2064750"/>
            <a:chExt cx="292225" cy="291450"/>
          </a:xfrm>
        </p:grpSpPr>
        <p:sp>
          <p:nvSpPr>
            <p:cNvPr id="67" name="Google Shape;1330;p131">
              <a:extLst>
                <a:ext uri="{FF2B5EF4-FFF2-40B4-BE49-F238E27FC236}">
                  <a16:creationId xmlns:a16="http://schemas.microsoft.com/office/drawing/2014/main" id="{33C19415-2689-4AE5-8D97-03B05A7251FE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1331;p131">
              <a:extLst>
                <a:ext uri="{FF2B5EF4-FFF2-40B4-BE49-F238E27FC236}">
                  <a16:creationId xmlns:a16="http://schemas.microsoft.com/office/drawing/2014/main" id="{A50D89E1-6524-4CE5-895D-2A8154DBA41C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1332;p131">
              <a:extLst>
                <a:ext uri="{FF2B5EF4-FFF2-40B4-BE49-F238E27FC236}">
                  <a16:creationId xmlns:a16="http://schemas.microsoft.com/office/drawing/2014/main" id="{A3F62BB6-0554-497A-AF3C-541ABDDD7118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0" name="Google Shape;827;p100">
            <a:extLst>
              <a:ext uri="{FF2B5EF4-FFF2-40B4-BE49-F238E27FC236}">
                <a16:creationId xmlns:a16="http://schemas.microsoft.com/office/drawing/2014/main" id="{F6126374-3FDC-4C9C-8696-2617218F3360}"/>
              </a:ext>
            </a:extLst>
          </p:cNvPr>
          <p:cNvSpPr txBox="1">
            <a:spLocks/>
          </p:cNvSpPr>
          <p:nvPr/>
        </p:nvSpPr>
        <p:spPr>
          <a:xfrm>
            <a:off x="1730331" y="234723"/>
            <a:ext cx="1480999" cy="1000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sz="4800" dirty="0">
                <a:solidFill>
                  <a:schemeClr val="bg1"/>
                </a:solidFill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" grpId="0"/>
      <p:bldP spid="1541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EFEC6F-D04F-400C-BDDE-3887801D9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87468E-8F4B-47A3-BC89-2E79658998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WindiCSS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est un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framework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CSS moderne, rapide et très flexible, idéal pour développer des sites performants et responsives. Grâce à son système de génération à la demande, il permet de travailler plus efficacement tout en gardant un code propre et léger. Pour les développeurs qui veulent une alternative plus rapide et plus intelligente que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TailwindCSS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WindiCSS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représente une solution fiable et puissante.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55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0DAC00A-B60B-44B2-B4F9-CFA2BDBEC31C}"/>
              </a:ext>
            </a:extLst>
          </p:cNvPr>
          <p:cNvCxnSpPr/>
          <p:nvPr/>
        </p:nvCxnSpPr>
        <p:spPr>
          <a:xfrm>
            <a:off x="3064669" y="871538"/>
            <a:ext cx="0" cy="226456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" name="Google Shape;2070;p158">
            <a:extLst>
              <a:ext uri="{FF2B5EF4-FFF2-40B4-BE49-F238E27FC236}">
                <a16:creationId xmlns:a16="http://schemas.microsoft.com/office/drawing/2014/main" id="{C7373D3F-9A3C-4BBA-BD25-AE7F3DA2EFA6}"/>
              </a:ext>
            </a:extLst>
          </p:cNvPr>
          <p:cNvSpPr txBox="1">
            <a:spLocks/>
          </p:cNvSpPr>
          <p:nvPr/>
        </p:nvSpPr>
        <p:spPr>
          <a:xfrm flipH="1">
            <a:off x="507203" y="1078699"/>
            <a:ext cx="1443033" cy="585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fr-FR" sz="2800" dirty="0">
                <a:solidFill>
                  <a:schemeClr val="bg1"/>
                </a:solidFill>
                <a:latin typeface="Bauhaus 93" panose="04030905020B02020C02" pitchFamily="82" charset="0"/>
              </a:rPr>
              <a:t>THANKS</a:t>
            </a:r>
          </a:p>
        </p:txBody>
      </p:sp>
      <p:sp>
        <p:nvSpPr>
          <p:cNvPr id="5" name="Google Shape;2071;p158">
            <a:extLst>
              <a:ext uri="{FF2B5EF4-FFF2-40B4-BE49-F238E27FC236}">
                <a16:creationId xmlns:a16="http://schemas.microsoft.com/office/drawing/2014/main" id="{8BE6F4AA-BA3F-44D2-B5FC-F5032297C2BC}"/>
              </a:ext>
            </a:extLst>
          </p:cNvPr>
          <p:cNvSpPr txBox="1">
            <a:spLocks/>
          </p:cNvSpPr>
          <p:nvPr/>
        </p:nvSpPr>
        <p:spPr>
          <a:xfrm>
            <a:off x="457189" y="1664494"/>
            <a:ext cx="26958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Clr>
                <a:schemeClr val="dk1"/>
              </a:buClr>
              <a:buSzPts val="1100"/>
            </a:pPr>
            <a:r>
              <a:rPr lang="en-US">
                <a:solidFill>
                  <a:schemeClr val="bg1"/>
                </a:solidFill>
              </a:rPr>
              <a:t>Do you have any questions?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Google Shape;2072;p158">
            <a:extLst>
              <a:ext uri="{FF2B5EF4-FFF2-40B4-BE49-F238E27FC236}">
                <a16:creationId xmlns:a16="http://schemas.microsoft.com/office/drawing/2014/main" id="{70F463E3-4CD3-46A4-8A25-76E3085AB46C}"/>
              </a:ext>
            </a:extLst>
          </p:cNvPr>
          <p:cNvSpPr/>
          <p:nvPr/>
        </p:nvSpPr>
        <p:spPr>
          <a:xfrm>
            <a:off x="557923" y="2557549"/>
            <a:ext cx="362224" cy="36222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" name="Google Shape;2073;p158">
            <a:extLst>
              <a:ext uri="{FF2B5EF4-FFF2-40B4-BE49-F238E27FC236}">
                <a16:creationId xmlns:a16="http://schemas.microsoft.com/office/drawing/2014/main" id="{ED2C8E6E-98C9-4E33-9E05-9BC42E451CDE}"/>
              </a:ext>
            </a:extLst>
          </p:cNvPr>
          <p:cNvGrpSpPr/>
          <p:nvPr/>
        </p:nvGrpSpPr>
        <p:grpSpPr>
          <a:xfrm>
            <a:off x="1673408" y="2557575"/>
            <a:ext cx="362227" cy="362227"/>
            <a:chOff x="1323129" y="2571761"/>
            <a:chExt cx="417024" cy="417024"/>
          </a:xfrm>
        </p:grpSpPr>
        <p:sp>
          <p:nvSpPr>
            <p:cNvPr id="8" name="Google Shape;2074;p158">
              <a:extLst>
                <a:ext uri="{FF2B5EF4-FFF2-40B4-BE49-F238E27FC236}">
                  <a16:creationId xmlns:a16="http://schemas.microsoft.com/office/drawing/2014/main" id="{862D01DA-2FC9-4536-BE32-3E1B63A20E40}"/>
                </a:ext>
              </a:extLst>
            </p:cNvPr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2075;p158">
              <a:extLst>
                <a:ext uri="{FF2B5EF4-FFF2-40B4-BE49-F238E27FC236}">
                  <a16:creationId xmlns:a16="http://schemas.microsoft.com/office/drawing/2014/main" id="{C9AEB757-DEE2-4AA6-A208-83EC733DB3BA}"/>
                </a:ext>
              </a:extLst>
            </p:cNvPr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2076;p158">
              <a:extLst>
                <a:ext uri="{FF2B5EF4-FFF2-40B4-BE49-F238E27FC236}">
                  <a16:creationId xmlns:a16="http://schemas.microsoft.com/office/drawing/2014/main" id="{8E34B3B3-8D36-4960-A1C6-EFEE7AF1DAC2}"/>
                </a:ext>
              </a:extLst>
            </p:cNvPr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2077;p158">
              <a:extLst>
                <a:ext uri="{FF2B5EF4-FFF2-40B4-BE49-F238E27FC236}">
                  <a16:creationId xmlns:a16="http://schemas.microsoft.com/office/drawing/2014/main" id="{4B32BF3C-4853-42BE-9E86-E5BD8021DDAC}"/>
                </a:ext>
              </a:extLst>
            </p:cNvPr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" name="Google Shape;2078;p158">
            <a:extLst>
              <a:ext uri="{FF2B5EF4-FFF2-40B4-BE49-F238E27FC236}">
                <a16:creationId xmlns:a16="http://schemas.microsoft.com/office/drawing/2014/main" id="{B2034BA0-D3C5-4371-809D-0F670D59E76A}"/>
              </a:ext>
            </a:extLst>
          </p:cNvPr>
          <p:cNvSpPr/>
          <p:nvPr/>
        </p:nvSpPr>
        <p:spPr>
          <a:xfrm>
            <a:off x="1114758" y="2590224"/>
            <a:ext cx="364018" cy="296874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" name="Google Shape;9425;p178">
            <a:extLst>
              <a:ext uri="{FF2B5EF4-FFF2-40B4-BE49-F238E27FC236}">
                <a16:creationId xmlns:a16="http://schemas.microsoft.com/office/drawing/2014/main" id="{07422DBD-27D8-495D-B884-68A602E973E4}"/>
              </a:ext>
            </a:extLst>
          </p:cNvPr>
          <p:cNvGrpSpPr/>
          <p:nvPr/>
        </p:nvGrpSpPr>
        <p:grpSpPr>
          <a:xfrm>
            <a:off x="6066133" y="1322706"/>
            <a:ext cx="691381" cy="585988"/>
            <a:chOff x="-10019125" y="2490075"/>
            <a:chExt cx="333975" cy="354450"/>
          </a:xfrm>
        </p:grpSpPr>
        <p:sp>
          <p:nvSpPr>
            <p:cNvPr id="14" name="Google Shape;9426;p178">
              <a:extLst>
                <a:ext uri="{FF2B5EF4-FFF2-40B4-BE49-F238E27FC236}">
                  <a16:creationId xmlns:a16="http://schemas.microsoft.com/office/drawing/2014/main" id="{E3FAF95A-6D1C-4B6B-AE62-B5D307149860}"/>
                </a:ext>
              </a:extLst>
            </p:cNvPr>
            <p:cNvSpPr/>
            <p:nvPr/>
          </p:nvSpPr>
          <p:spPr>
            <a:xfrm>
              <a:off x="-10019125" y="2490850"/>
              <a:ext cx="333975" cy="353675"/>
            </a:xfrm>
            <a:custGeom>
              <a:avLst/>
              <a:gdLst/>
              <a:ahLst/>
              <a:cxnLst/>
              <a:rect l="l" t="t" r="r" b="b"/>
              <a:pathLst>
                <a:path w="13359" h="14147" extrusionOk="0">
                  <a:moveTo>
                    <a:pt x="7184" y="1670"/>
                  </a:moveTo>
                  <a:cubicBezTo>
                    <a:pt x="7405" y="1670"/>
                    <a:pt x="7625" y="1859"/>
                    <a:pt x="7625" y="2048"/>
                  </a:cubicBezTo>
                  <a:lnTo>
                    <a:pt x="7625" y="4191"/>
                  </a:lnTo>
                  <a:cubicBezTo>
                    <a:pt x="7499" y="4128"/>
                    <a:pt x="7342" y="4096"/>
                    <a:pt x="7184" y="4096"/>
                  </a:cubicBezTo>
                  <a:cubicBezTo>
                    <a:pt x="7027" y="4096"/>
                    <a:pt x="6900" y="4128"/>
                    <a:pt x="6743" y="4191"/>
                  </a:cubicBezTo>
                  <a:lnTo>
                    <a:pt x="6743" y="2048"/>
                  </a:lnTo>
                  <a:cubicBezTo>
                    <a:pt x="6743" y="1828"/>
                    <a:pt x="6932" y="1670"/>
                    <a:pt x="7184" y="1670"/>
                  </a:cubicBezTo>
                  <a:close/>
                  <a:moveTo>
                    <a:pt x="8791" y="788"/>
                  </a:moveTo>
                  <a:cubicBezTo>
                    <a:pt x="8980" y="788"/>
                    <a:pt x="9200" y="977"/>
                    <a:pt x="9200" y="1229"/>
                  </a:cubicBezTo>
                  <a:lnTo>
                    <a:pt x="9200" y="5356"/>
                  </a:lnTo>
                  <a:cubicBezTo>
                    <a:pt x="9200" y="5608"/>
                    <a:pt x="9389" y="5797"/>
                    <a:pt x="9610" y="5797"/>
                  </a:cubicBezTo>
                  <a:cubicBezTo>
                    <a:pt x="9862" y="5797"/>
                    <a:pt x="10019" y="5608"/>
                    <a:pt x="10019" y="5356"/>
                  </a:cubicBezTo>
                  <a:lnTo>
                    <a:pt x="10019" y="2048"/>
                  </a:lnTo>
                  <a:cubicBezTo>
                    <a:pt x="10019" y="1828"/>
                    <a:pt x="10209" y="1670"/>
                    <a:pt x="10398" y="1670"/>
                  </a:cubicBezTo>
                  <a:cubicBezTo>
                    <a:pt x="10618" y="1670"/>
                    <a:pt x="10807" y="1859"/>
                    <a:pt x="10807" y="2048"/>
                  </a:cubicBezTo>
                  <a:lnTo>
                    <a:pt x="10807" y="5356"/>
                  </a:lnTo>
                  <a:cubicBezTo>
                    <a:pt x="10807" y="5608"/>
                    <a:pt x="10996" y="5797"/>
                    <a:pt x="11185" y="5797"/>
                  </a:cubicBezTo>
                  <a:cubicBezTo>
                    <a:pt x="11406" y="5797"/>
                    <a:pt x="11626" y="5608"/>
                    <a:pt x="11626" y="5356"/>
                  </a:cubicBezTo>
                  <a:lnTo>
                    <a:pt x="11626" y="4537"/>
                  </a:lnTo>
                  <a:cubicBezTo>
                    <a:pt x="11626" y="4285"/>
                    <a:pt x="11815" y="4096"/>
                    <a:pt x="12036" y="4096"/>
                  </a:cubicBezTo>
                  <a:cubicBezTo>
                    <a:pt x="12256" y="4096"/>
                    <a:pt x="12414" y="4285"/>
                    <a:pt x="12414" y="4537"/>
                  </a:cubicBezTo>
                  <a:lnTo>
                    <a:pt x="12414" y="8696"/>
                  </a:lnTo>
                  <a:cubicBezTo>
                    <a:pt x="12414" y="9389"/>
                    <a:pt x="11878" y="9925"/>
                    <a:pt x="11154" y="9925"/>
                  </a:cubicBezTo>
                  <a:lnTo>
                    <a:pt x="9925" y="9925"/>
                  </a:lnTo>
                  <a:lnTo>
                    <a:pt x="9925" y="7845"/>
                  </a:lnTo>
                  <a:cubicBezTo>
                    <a:pt x="9925" y="7184"/>
                    <a:pt x="9389" y="6617"/>
                    <a:pt x="8665" y="6617"/>
                  </a:cubicBezTo>
                  <a:cubicBezTo>
                    <a:pt x="8507" y="6617"/>
                    <a:pt x="8413" y="6648"/>
                    <a:pt x="8287" y="6711"/>
                  </a:cubicBezTo>
                  <a:cubicBezTo>
                    <a:pt x="8413" y="6585"/>
                    <a:pt x="8413" y="1891"/>
                    <a:pt x="8413" y="1229"/>
                  </a:cubicBezTo>
                  <a:cubicBezTo>
                    <a:pt x="8413" y="977"/>
                    <a:pt x="8602" y="788"/>
                    <a:pt x="8791" y="788"/>
                  </a:cubicBezTo>
                  <a:close/>
                  <a:moveTo>
                    <a:pt x="5483" y="4096"/>
                  </a:moveTo>
                  <a:cubicBezTo>
                    <a:pt x="5735" y="4096"/>
                    <a:pt x="5892" y="4254"/>
                    <a:pt x="5924" y="4506"/>
                  </a:cubicBezTo>
                  <a:lnTo>
                    <a:pt x="5924" y="8696"/>
                  </a:lnTo>
                  <a:cubicBezTo>
                    <a:pt x="5924" y="8948"/>
                    <a:pt x="6113" y="9105"/>
                    <a:pt x="6302" y="9105"/>
                  </a:cubicBezTo>
                  <a:cubicBezTo>
                    <a:pt x="6554" y="9105"/>
                    <a:pt x="6743" y="8885"/>
                    <a:pt x="6743" y="8696"/>
                  </a:cubicBezTo>
                  <a:lnTo>
                    <a:pt x="6743" y="5356"/>
                  </a:lnTo>
                  <a:cubicBezTo>
                    <a:pt x="6743" y="5136"/>
                    <a:pt x="6932" y="4915"/>
                    <a:pt x="7153" y="4915"/>
                  </a:cubicBezTo>
                  <a:cubicBezTo>
                    <a:pt x="7342" y="4915"/>
                    <a:pt x="7562" y="5136"/>
                    <a:pt x="7562" y="5356"/>
                  </a:cubicBezTo>
                  <a:lnTo>
                    <a:pt x="7562" y="8696"/>
                  </a:lnTo>
                  <a:cubicBezTo>
                    <a:pt x="7562" y="8948"/>
                    <a:pt x="7783" y="9105"/>
                    <a:pt x="7972" y="9105"/>
                  </a:cubicBezTo>
                  <a:cubicBezTo>
                    <a:pt x="8161" y="9105"/>
                    <a:pt x="8350" y="8885"/>
                    <a:pt x="8350" y="8696"/>
                  </a:cubicBezTo>
                  <a:lnTo>
                    <a:pt x="8350" y="7877"/>
                  </a:lnTo>
                  <a:cubicBezTo>
                    <a:pt x="8350" y="7656"/>
                    <a:pt x="8570" y="7436"/>
                    <a:pt x="8759" y="7436"/>
                  </a:cubicBezTo>
                  <a:cubicBezTo>
                    <a:pt x="8948" y="7436"/>
                    <a:pt x="9137" y="7656"/>
                    <a:pt x="9137" y="7877"/>
                  </a:cubicBezTo>
                  <a:lnTo>
                    <a:pt x="9137" y="12035"/>
                  </a:lnTo>
                  <a:cubicBezTo>
                    <a:pt x="9137" y="12728"/>
                    <a:pt x="8602" y="13264"/>
                    <a:pt x="7940" y="13264"/>
                  </a:cubicBezTo>
                  <a:lnTo>
                    <a:pt x="3403" y="13264"/>
                  </a:lnTo>
                  <a:cubicBezTo>
                    <a:pt x="2994" y="13264"/>
                    <a:pt x="2647" y="13075"/>
                    <a:pt x="2427" y="12791"/>
                  </a:cubicBezTo>
                  <a:cubicBezTo>
                    <a:pt x="915" y="10523"/>
                    <a:pt x="1009" y="10649"/>
                    <a:pt x="1009" y="10586"/>
                  </a:cubicBezTo>
                  <a:cubicBezTo>
                    <a:pt x="915" y="10429"/>
                    <a:pt x="915" y="10208"/>
                    <a:pt x="1104" y="10051"/>
                  </a:cubicBezTo>
                  <a:cubicBezTo>
                    <a:pt x="1189" y="9980"/>
                    <a:pt x="1280" y="9947"/>
                    <a:pt x="1370" y="9947"/>
                  </a:cubicBezTo>
                  <a:cubicBezTo>
                    <a:pt x="1479" y="9947"/>
                    <a:pt x="1584" y="9995"/>
                    <a:pt x="1671" y="10082"/>
                  </a:cubicBezTo>
                  <a:lnTo>
                    <a:pt x="2742" y="11153"/>
                  </a:lnTo>
                  <a:cubicBezTo>
                    <a:pt x="2818" y="11230"/>
                    <a:pt x="2918" y="11271"/>
                    <a:pt x="3005" y="11271"/>
                  </a:cubicBezTo>
                  <a:cubicBezTo>
                    <a:pt x="3062" y="11271"/>
                    <a:pt x="3114" y="11254"/>
                    <a:pt x="3151" y="11216"/>
                  </a:cubicBezTo>
                  <a:cubicBezTo>
                    <a:pt x="3340" y="11153"/>
                    <a:pt x="3403" y="11027"/>
                    <a:pt x="3403" y="10838"/>
                  </a:cubicBezTo>
                  <a:lnTo>
                    <a:pt x="3403" y="5356"/>
                  </a:lnTo>
                  <a:cubicBezTo>
                    <a:pt x="3403" y="5136"/>
                    <a:pt x="3592" y="4915"/>
                    <a:pt x="3845" y="4915"/>
                  </a:cubicBezTo>
                  <a:cubicBezTo>
                    <a:pt x="4065" y="4915"/>
                    <a:pt x="4223" y="5136"/>
                    <a:pt x="4223" y="5356"/>
                  </a:cubicBezTo>
                  <a:lnTo>
                    <a:pt x="4223" y="8696"/>
                  </a:lnTo>
                  <a:cubicBezTo>
                    <a:pt x="4223" y="8948"/>
                    <a:pt x="4412" y="9105"/>
                    <a:pt x="4664" y="9105"/>
                  </a:cubicBezTo>
                  <a:cubicBezTo>
                    <a:pt x="4884" y="9105"/>
                    <a:pt x="5105" y="8885"/>
                    <a:pt x="5105" y="8696"/>
                  </a:cubicBezTo>
                  <a:lnTo>
                    <a:pt x="5105" y="4537"/>
                  </a:lnTo>
                  <a:cubicBezTo>
                    <a:pt x="5105" y="4285"/>
                    <a:pt x="5294" y="4096"/>
                    <a:pt x="5483" y="4096"/>
                  </a:cubicBezTo>
                  <a:close/>
                  <a:moveTo>
                    <a:pt x="8822" y="1"/>
                  </a:moveTo>
                  <a:cubicBezTo>
                    <a:pt x="8255" y="1"/>
                    <a:pt x="7783" y="410"/>
                    <a:pt x="7657" y="914"/>
                  </a:cubicBezTo>
                  <a:cubicBezTo>
                    <a:pt x="7499" y="883"/>
                    <a:pt x="7342" y="820"/>
                    <a:pt x="7184" y="820"/>
                  </a:cubicBezTo>
                  <a:cubicBezTo>
                    <a:pt x="6522" y="820"/>
                    <a:pt x="5955" y="1387"/>
                    <a:pt x="5955" y="2048"/>
                  </a:cubicBezTo>
                  <a:lnTo>
                    <a:pt x="5955" y="3340"/>
                  </a:lnTo>
                  <a:cubicBezTo>
                    <a:pt x="5829" y="3309"/>
                    <a:pt x="5672" y="3277"/>
                    <a:pt x="5514" y="3277"/>
                  </a:cubicBezTo>
                  <a:cubicBezTo>
                    <a:pt x="4947" y="3277"/>
                    <a:pt x="4475" y="3655"/>
                    <a:pt x="4349" y="4191"/>
                  </a:cubicBezTo>
                  <a:cubicBezTo>
                    <a:pt x="4191" y="4128"/>
                    <a:pt x="4034" y="4096"/>
                    <a:pt x="3876" y="4096"/>
                  </a:cubicBezTo>
                  <a:cubicBezTo>
                    <a:pt x="3214" y="4096"/>
                    <a:pt x="2616" y="4663"/>
                    <a:pt x="2616" y="5356"/>
                  </a:cubicBezTo>
                  <a:lnTo>
                    <a:pt x="2616" y="9862"/>
                  </a:lnTo>
                  <a:lnTo>
                    <a:pt x="2269" y="9483"/>
                  </a:lnTo>
                  <a:cubicBezTo>
                    <a:pt x="2025" y="9239"/>
                    <a:pt x="1712" y="9121"/>
                    <a:pt x="1398" y="9121"/>
                  </a:cubicBezTo>
                  <a:cubicBezTo>
                    <a:pt x="1105" y="9121"/>
                    <a:pt x="811" y="9223"/>
                    <a:pt x="568" y="9420"/>
                  </a:cubicBezTo>
                  <a:cubicBezTo>
                    <a:pt x="95" y="9862"/>
                    <a:pt x="1" y="10555"/>
                    <a:pt x="379" y="11059"/>
                  </a:cubicBezTo>
                  <a:lnTo>
                    <a:pt x="1797" y="13264"/>
                  </a:lnTo>
                  <a:cubicBezTo>
                    <a:pt x="2175" y="13831"/>
                    <a:pt x="2805" y="14146"/>
                    <a:pt x="3435" y="14146"/>
                  </a:cubicBezTo>
                  <a:lnTo>
                    <a:pt x="7972" y="14146"/>
                  </a:lnTo>
                  <a:cubicBezTo>
                    <a:pt x="9106" y="14146"/>
                    <a:pt x="10051" y="13201"/>
                    <a:pt x="10051" y="12035"/>
                  </a:cubicBezTo>
                  <a:lnTo>
                    <a:pt x="10051" y="10807"/>
                  </a:lnTo>
                  <a:lnTo>
                    <a:pt x="11280" y="10807"/>
                  </a:lnTo>
                  <a:cubicBezTo>
                    <a:pt x="12414" y="10807"/>
                    <a:pt x="13359" y="9862"/>
                    <a:pt x="13359" y="8696"/>
                  </a:cubicBezTo>
                  <a:lnTo>
                    <a:pt x="13359" y="4537"/>
                  </a:lnTo>
                  <a:cubicBezTo>
                    <a:pt x="13359" y="3876"/>
                    <a:pt x="12823" y="3309"/>
                    <a:pt x="12130" y="3309"/>
                  </a:cubicBezTo>
                  <a:cubicBezTo>
                    <a:pt x="11973" y="3309"/>
                    <a:pt x="11878" y="3340"/>
                    <a:pt x="11752" y="3372"/>
                  </a:cubicBezTo>
                  <a:lnTo>
                    <a:pt x="11752" y="2048"/>
                  </a:lnTo>
                  <a:cubicBezTo>
                    <a:pt x="11752" y="1387"/>
                    <a:pt x="11185" y="820"/>
                    <a:pt x="10492" y="820"/>
                  </a:cubicBezTo>
                  <a:cubicBezTo>
                    <a:pt x="10335" y="820"/>
                    <a:pt x="10177" y="883"/>
                    <a:pt x="10019" y="914"/>
                  </a:cubicBezTo>
                  <a:cubicBezTo>
                    <a:pt x="9862" y="410"/>
                    <a:pt x="9389" y="1"/>
                    <a:pt x="882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5" name="Google Shape;9427;p178">
              <a:extLst>
                <a:ext uri="{FF2B5EF4-FFF2-40B4-BE49-F238E27FC236}">
                  <a16:creationId xmlns:a16="http://schemas.microsoft.com/office/drawing/2014/main" id="{82EC002E-6A07-482B-B6CE-CECD2CBDB7AF}"/>
                </a:ext>
              </a:extLst>
            </p:cNvPr>
            <p:cNvSpPr/>
            <p:nvPr/>
          </p:nvSpPr>
          <p:spPr>
            <a:xfrm>
              <a:off x="-10016750" y="2491050"/>
              <a:ext cx="63825" cy="61850"/>
            </a:xfrm>
            <a:custGeom>
              <a:avLst/>
              <a:gdLst/>
              <a:ahLst/>
              <a:cxnLst/>
              <a:rect l="l" t="t" r="r" b="b"/>
              <a:pathLst>
                <a:path w="2553" h="2474" extrusionOk="0">
                  <a:moveTo>
                    <a:pt x="457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0" y="276"/>
                    <a:pt x="0" y="560"/>
                    <a:pt x="158" y="717"/>
                  </a:cubicBezTo>
                  <a:lnTo>
                    <a:pt x="1796" y="2355"/>
                  </a:lnTo>
                  <a:cubicBezTo>
                    <a:pt x="1891" y="2434"/>
                    <a:pt x="2001" y="2474"/>
                    <a:pt x="2107" y="2474"/>
                  </a:cubicBezTo>
                  <a:cubicBezTo>
                    <a:pt x="2214" y="2474"/>
                    <a:pt x="2316" y="2434"/>
                    <a:pt x="2395" y="2355"/>
                  </a:cubicBezTo>
                  <a:cubicBezTo>
                    <a:pt x="2552" y="2198"/>
                    <a:pt x="2552" y="1914"/>
                    <a:pt x="2395" y="175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6" name="Google Shape;9428;p178">
              <a:extLst>
                <a:ext uri="{FF2B5EF4-FFF2-40B4-BE49-F238E27FC236}">
                  <a16:creationId xmlns:a16="http://schemas.microsoft.com/office/drawing/2014/main" id="{FC594339-BAC4-456D-8180-AA11E0BD29E2}"/>
                </a:ext>
              </a:extLst>
            </p:cNvPr>
            <p:cNvSpPr/>
            <p:nvPr/>
          </p:nvSpPr>
          <p:spPr>
            <a:xfrm>
              <a:off x="-9933275" y="2490075"/>
              <a:ext cx="20525" cy="63025"/>
            </a:xfrm>
            <a:custGeom>
              <a:avLst/>
              <a:gdLst/>
              <a:ahLst/>
              <a:cxnLst/>
              <a:rect l="l" t="t" r="r" b="b"/>
              <a:pathLst>
                <a:path w="821" h="2521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2079"/>
                  </a:lnTo>
                  <a:cubicBezTo>
                    <a:pt x="1" y="2331"/>
                    <a:pt x="221" y="2520"/>
                    <a:pt x="442" y="2520"/>
                  </a:cubicBezTo>
                  <a:cubicBezTo>
                    <a:pt x="631" y="2520"/>
                    <a:pt x="820" y="2331"/>
                    <a:pt x="820" y="2079"/>
                  </a:cubicBezTo>
                  <a:lnTo>
                    <a:pt x="820" y="441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7" name="Google Shape;9429;p178">
              <a:extLst>
                <a:ext uri="{FF2B5EF4-FFF2-40B4-BE49-F238E27FC236}">
                  <a16:creationId xmlns:a16="http://schemas.microsoft.com/office/drawing/2014/main" id="{D9B40F04-2A73-4983-9241-5D1EFF9C2B72}"/>
                </a:ext>
              </a:extLst>
            </p:cNvPr>
            <p:cNvSpPr/>
            <p:nvPr/>
          </p:nvSpPr>
          <p:spPr>
            <a:xfrm>
              <a:off x="-10015975" y="2573550"/>
              <a:ext cx="63050" cy="20500"/>
            </a:xfrm>
            <a:custGeom>
              <a:avLst/>
              <a:gdLst/>
              <a:ahLst/>
              <a:cxnLst/>
              <a:rect l="l" t="t" r="r" b="b"/>
              <a:pathLst>
                <a:path w="2522" h="820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31"/>
                    <a:pt x="190" y="820"/>
                    <a:pt x="442" y="820"/>
                  </a:cubicBezTo>
                  <a:lnTo>
                    <a:pt x="2080" y="820"/>
                  </a:lnTo>
                  <a:cubicBezTo>
                    <a:pt x="2332" y="820"/>
                    <a:pt x="2521" y="631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Google Shape;2070;p158">
            <a:extLst>
              <a:ext uri="{FF2B5EF4-FFF2-40B4-BE49-F238E27FC236}">
                <a16:creationId xmlns:a16="http://schemas.microsoft.com/office/drawing/2014/main" id="{671E95F1-8F78-4A65-AD41-97D1B187454B}"/>
              </a:ext>
            </a:extLst>
          </p:cNvPr>
          <p:cNvSpPr txBox="1">
            <a:spLocks/>
          </p:cNvSpPr>
          <p:nvPr/>
        </p:nvSpPr>
        <p:spPr>
          <a:xfrm flipH="1">
            <a:off x="3308657" y="1003837"/>
            <a:ext cx="2513489" cy="1003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CA" sz="2800" dirty="0">
                <a:solidFill>
                  <a:schemeClr val="bg1"/>
                </a:solidFill>
                <a:latin typeface="Bauhaus 93" panose="04030905020B02020C02" pitchFamily="82" charset="0"/>
              </a:rPr>
              <a:t>A</a:t>
            </a:r>
            <a:r>
              <a:rPr lang="fr-FR" sz="2800" dirty="0" err="1">
                <a:solidFill>
                  <a:schemeClr val="bg1"/>
                </a:solidFill>
                <a:latin typeface="Bauhaus 93" panose="04030905020B02020C02" pitchFamily="82" charset="0"/>
              </a:rPr>
              <a:t>insi</a:t>
            </a:r>
            <a:r>
              <a:rPr lang="fr-FR" sz="2800" dirty="0">
                <a:solidFill>
                  <a:schemeClr val="bg1"/>
                </a:solidFill>
                <a:latin typeface="Bauhaus 93" panose="04030905020B02020C02" pitchFamily="82" charset="0"/>
              </a:rPr>
              <a:t> s’</a:t>
            </a:r>
            <a:r>
              <a:rPr lang="fr-FR" sz="2800" dirty="0" err="1">
                <a:solidFill>
                  <a:schemeClr val="bg1"/>
                </a:solidFill>
                <a:latin typeface="Bauhaus 93" panose="04030905020B02020C02" pitchFamily="82" charset="0"/>
              </a:rPr>
              <a:t>acheve</a:t>
            </a:r>
            <a:r>
              <a:rPr lang="fr-FR" sz="2800" dirty="0">
                <a:solidFill>
                  <a:schemeClr val="bg1"/>
                </a:solidFill>
                <a:latin typeface="Bauhaus 93" panose="04030905020B02020C02" pitchFamily="82" charset="0"/>
              </a:rPr>
              <a:t> notre  expose</a:t>
            </a:r>
          </a:p>
        </p:txBody>
      </p:sp>
      <p:grpSp>
        <p:nvGrpSpPr>
          <p:cNvPr id="20" name="Google Shape;10201;p180">
            <a:extLst>
              <a:ext uri="{FF2B5EF4-FFF2-40B4-BE49-F238E27FC236}">
                <a16:creationId xmlns:a16="http://schemas.microsoft.com/office/drawing/2014/main" id="{AA15E43A-9D12-402F-9C80-CBC1CF5213BF}"/>
              </a:ext>
            </a:extLst>
          </p:cNvPr>
          <p:cNvGrpSpPr/>
          <p:nvPr/>
        </p:nvGrpSpPr>
        <p:grpSpPr>
          <a:xfrm>
            <a:off x="585801" y="2026153"/>
            <a:ext cx="334346" cy="329068"/>
            <a:chOff x="683125" y="1955275"/>
            <a:chExt cx="299325" cy="294600"/>
          </a:xfrm>
        </p:grpSpPr>
        <p:sp>
          <p:nvSpPr>
            <p:cNvPr id="21" name="Google Shape;10202;p180">
              <a:extLst>
                <a:ext uri="{FF2B5EF4-FFF2-40B4-BE49-F238E27FC236}">
                  <a16:creationId xmlns:a16="http://schemas.microsoft.com/office/drawing/2014/main" id="{6594F418-0211-4CCB-908F-9485AF83B54E}"/>
                </a:ext>
              </a:extLst>
            </p:cNvPr>
            <p:cNvSpPr/>
            <p:nvPr/>
          </p:nvSpPr>
          <p:spPr>
            <a:xfrm>
              <a:off x="876875" y="1989925"/>
              <a:ext cx="52800" cy="63825"/>
            </a:xfrm>
            <a:custGeom>
              <a:avLst/>
              <a:gdLst/>
              <a:ahLst/>
              <a:cxnLst/>
              <a:rect l="l" t="t" r="r" b="b"/>
              <a:pathLst>
                <a:path w="2112" h="2553" extrusionOk="0">
                  <a:moveTo>
                    <a:pt x="1072" y="0"/>
                  </a:moveTo>
                  <a:cubicBezTo>
                    <a:pt x="473" y="0"/>
                    <a:pt x="64" y="473"/>
                    <a:pt x="64" y="1009"/>
                  </a:cubicBezTo>
                  <a:cubicBezTo>
                    <a:pt x="1" y="1229"/>
                    <a:pt x="158" y="1324"/>
                    <a:pt x="379" y="1324"/>
                  </a:cubicBezTo>
                  <a:cubicBezTo>
                    <a:pt x="568" y="1324"/>
                    <a:pt x="725" y="1166"/>
                    <a:pt x="725" y="977"/>
                  </a:cubicBezTo>
                  <a:cubicBezTo>
                    <a:pt x="725" y="788"/>
                    <a:pt x="883" y="631"/>
                    <a:pt x="1072" y="631"/>
                  </a:cubicBezTo>
                  <a:cubicBezTo>
                    <a:pt x="1261" y="631"/>
                    <a:pt x="1418" y="788"/>
                    <a:pt x="1418" y="977"/>
                  </a:cubicBezTo>
                  <a:cubicBezTo>
                    <a:pt x="1418" y="1103"/>
                    <a:pt x="1355" y="1198"/>
                    <a:pt x="1229" y="1292"/>
                  </a:cubicBezTo>
                  <a:cubicBezTo>
                    <a:pt x="914" y="1450"/>
                    <a:pt x="725" y="1796"/>
                    <a:pt x="725" y="2206"/>
                  </a:cubicBezTo>
                  <a:cubicBezTo>
                    <a:pt x="725" y="2395"/>
                    <a:pt x="883" y="2552"/>
                    <a:pt x="1072" y="2552"/>
                  </a:cubicBezTo>
                  <a:cubicBezTo>
                    <a:pt x="1261" y="2552"/>
                    <a:pt x="1418" y="2395"/>
                    <a:pt x="1418" y="2206"/>
                  </a:cubicBezTo>
                  <a:cubicBezTo>
                    <a:pt x="1418" y="2080"/>
                    <a:pt x="1481" y="1954"/>
                    <a:pt x="1544" y="1922"/>
                  </a:cubicBezTo>
                  <a:cubicBezTo>
                    <a:pt x="1891" y="1733"/>
                    <a:pt x="2111" y="1355"/>
                    <a:pt x="2111" y="1009"/>
                  </a:cubicBezTo>
                  <a:cubicBezTo>
                    <a:pt x="2111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10203;p180">
              <a:extLst>
                <a:ext uri="{FF2B5EF4-FFF2-40B4-BE49-F238E27FC236}">
                  <a16:creationId xmlns:a16="http://schemas.microsoft.com/office/drawing/2014/main" id="{03412E0B-DFE1-4832-B7FE-E24007887EF1}"/>
                </a:ext>
              </a:extLst>
            </p:cNvPr>
            <p:cNvSpPr/>
            <p:nvPr/>
          </p:nvSpPr>
          <p:spPr>
            <a:xfrm>
              <a:off x="683125" y="2058450"/>
              <a:ext cx="159900" cy="191425"/>
            </a:xfrm>
            <a:custGeom>
              <a:avLst/>
              <a:gdLst/>
              <a:ahLst/>
              <a:cxnLst/>
              <a:rect l="l" t="t" r="r" b="b"/>
              <a:pathLst>
                <a:path w="6396" h="7657" extrusionOk="0">
                  <a:moveTo>
                    <a:pt x="3245" y="693"/>
                  </a:moveTo>
                  <a:cubicBezTo>
                    <a:pt x="3812" y="693"/>
                    <a:pt x="4285" y="1166"/>
                    <a:pt x="4285" y="1702"/>
                  </a:cubicBezTo>
                  <a:cubicBezTo>
                    <a:pt x="4285" y="2269"/>
                    <a:pt x="3812" y="2710"/>
                    <a:pt x="3245" y="2710"/>
                  </a:cubicBezTo>
                  <a:cubicBezTo>
                    <a:pt x="2647" y="2710"/>
                    <a:pt x="2174" y="2269"/>
                    <a:pt x="2174" y="1702"/>
                  </a:cubicBezTo>
                  <a:cubicBezTo>
                    <a:pt x="2174" y="1166"/>
                    <a:pt x="2678" y="693"/>
                    <a:pt x="3245" y="693"/>
                  </a:cubicBezTo>
                  <a:close/>
                  <a:moveTo>
                    <a:pt x="3245" y="3434"/>
                  </a:moveTo>
                  <a:cubicBezTo>
                    <a:pt x="4569" y="3434"/>
                    <a:pt x="5671" y="4537"/>
                    <a:pt x="5671" y="5892"/>
                  </a:cubicBezTo>
                  <a:lnTo>
                    <a:pt x="5671" y="6994"/>
                  </a:lnTo>
                  <a:lnTo>
                    <a:pt x="788" y="6994"/>
                  </a:lnTo>
                  <a:lnTo>
                    <a:pt x="788" y="5892"/>
                  </a:lnTo>
                  <a:cubicBezTo>
                    <a:pt x="788" y="4537"/>
                    <a:pt x="1891" y="3434"/>
                    <a:pt x="3245" y="3434"/>
                  </a:cubicBezTo>
                  <a:close/>
                  <a:moveTo>
                    <a:pt x="3182" y="0"/>
                  </a:moveTo>
                  <a:cubicBezTo>
                    <a:pt x="2237" y="0"/>
                    <a:pt x="1418" y="788"/>
                    <a:pt x="1418" y="1733"/>
                  </a:cubicBezTo>
                  <a:cubicBezTo>
                    <a:pt x="1418" y="2206"/>
                    <a:pt x="1607" y="2678"/>
                    <a:pt x="1985" y="2993"/>
                  </a:cubicBezTo>
                  <a:cubicBezTo>
                    <a:pt x="819" y="3466"/>
                    <a:pt x="0" y="4569"/>
                    <a:pt x="0" y="5892"/>
                  </a:cubicBezTo>
                  <a:lnTo>
                    <a:pt x="0" y="7309"/>
                  </a:lnTo>
                  <a:cubicBezTo>
                    <a:pt x="126" y="7499"/>
                    <a:pt x="284" y="7656"/>
                    <a:pt x="441" y="7656"/>
                  </a:cubicBezTo>
                  <a:lnTo>
                    <a:pt x="6018" y="7656"/>
                  </a:lnTo>
                  <a:cubicBezTo>
                    <a:pt x="6238" y="7656"/>
                    <a:pt x="6396" y="7499"/>
                    <a:pt x="6396" y="7309"/>
                  </a:cubicBezTo>
                  <a:lnTo>
                    <a:pt x="6396" y="5892"/>
                  </a:lnTo>
                  <a:cubicBezTo>
                    <a:pt x="6396" y="4569"/>
                    <a:pt x="5545" y="3466"/>
                    <a:pt x="4411" y="2993"/>
                  </a:cubicBezTo>
                  <a:cubicBezTo>
                    <a:pt x="4758" y="2647"/>
                    <a:pt x="4978" y="2206"/>
                    <a:pt x="4978" y="1733"/>
                  </a:cubicBezTo>
                  <a:cubicBezTo>
                    <a:pt x="4978" y="788"/>
                    <a:pt x="4190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0204;p180">
              <a:extLst>
                <a:ext uri="{FF2B5EF4-FFF2-40B4-BE49-F238E27FC236}">
                  <a16:creationId xmlns:a16="http://schemas.microsoft.com/office/drawing/2014/main" id="{F41DF8EC-92F0-49C4-8FD5-773F1EC49C96}"/>
                </a:ext>
              </a:extLst>
            </p:cNvPr>
            <p:cNvSpPr/>
            <p:nvPr/>
          </p:nvSpPr>
          <p:spPr>
            <a:xfrm>
              <a:off x="824900" y="195527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662"/>
                  </a:moveTo>
                  <a:cubicBezTo>
                    <a:pt x="4505" y="662"/>
                    <a:pt x="5608" y="1765"/>
                    <a:pt x="5608" y="3119"/>
                  </a:cubicBezTo>
                  <a:cubicBezTo>
                    <a:pt x="5608" y="4442"/>
                    <a:pt x="4505" y="5545"/>
                    <a:pt x="3151" y="5545"/>
                  </a:cubicBezTo>
                  <a:cubicBezTo>
                    <a:pt x="2710" y="5545"/>
                    <a:pt x="2332" y="5451"/>
                    <a:pt x="1954" y="5230"/>
                  </a:cubicBezTo>
                  <a:cubicBezTo>
                    <a:pt x="1890" y="5199"/>
                    <a:pt x="1796" y="5199"/>
                    <a:pt x="1733" y="5199"/>
                  </a:cubicBezTo>
                  <a:lnTo>
                    <a:pt x="945" y="5388"/>
                  </a:lnTo>
                  <a:lnTo>
                    <a:pt x="1166" y="4694"/>
                  </a:lnTo>
                  <a:cubicBezTo>
                    <a:pt x="1229" y="4568"/>
                    <a:pt x="1166" y="4505"/>
                    <a:pt x="1134" y="4411"/>
                  </a:cubicBezTo>
                  <a:cubicBezTo>
                    <a:pt x="914" y="4033"/>
                    <a:pt x="756" y="3592"/>
                    <a:pt x="756" y="3119"/>
                  </a:cubicBezTo>
                  <a:cubicBezTo>
                    <a:pt x="725" y="1733"/>
                    <a:pt x="1827" y="662"/>
                    <a:pt x="3151" y="662"/>
                  </a:cubicBezTo>
                  <a:close/>
                  <a:moveTo>
                    <a:pt x="3182" y="0"/>
                  </a:moveTo>
                  <a:cubicBezTo>
                    <a:pt x="1449" y="0"/>
                    <a:pt x="95" y="1418"/>
                    <a:pt x="95" y="3119"/>
                  </a:cubicBezTo>
                  <a:cubicBezTo>
                    <a:pt x="95" y="3655"/>
                    <a:pt x="189" y="4190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15" y="6238"/>
                    <a:pt x="473" y="6238"/>
                  </a:cubicBezTo>
                  <a:lnTo>
                    <a:pt x="1764" y="5923"/>
                  </a:lnTo>
                  <a:cubicBezTo>
                    <a:pt x="2206" y="6144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0205;p180">
              <a:extLst>
                <a:ext uri="{FF2B5EF4-FFF2-40B4-BE49-F238E27FC236}">
                  <a16:creationId xmlns:a16="http://schemas.microsoft.com/office/drawing/2014/main" id="{EE82AC91-54A4-4FF2-AFC1-60BCBBE3307E}"/>
                </a:ext>
              </a:extLst>
            </p:cNvPr>
            <p:cNvSpPr/>
            <p:nvPr/>
          </p:nvSpPr>
          <p:spPr>
            <a:xfrm>
              <a:off x="895000" y="205845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5" name="Google Shape;10294;p180">
            <a:extLst>
              <a:ext uri="{FF2B5EF4-FFF2-40B4-BE49-F238E27FC236}">
                <a16:creationId xmlns:a16="http://schemas.microsoft.com/office/drawing/2014/main" id="{06F435F6-5006-4322-8C51-1DEAD2774CE8}"/>
              </a:ext>
            </a:extLst>
          </p:cNvPr>
          <p:cNvGrpSpPr/>
          <p:nvPr/>
        </p:nvGrpSpPr>
        <p:grpSpPr>
          <a:xfrm>
            <a:off x="6592980" y="1674754"/>
            <a:ext cx="329068" cy="329068"/>
            <a:chOff x="3601275" y="2319150"/>
            <a:chExt cx="294600" cy="294600"/>
          </a:xfrm>
        </p:grpSpPr>
        <p:sp>
          <p:nvSpPr>
            <p:cNvPr id="26" name="Google Shape;10295;p180">
              <a:extLst>
                <a:ext uri="{FF2B5EF4-FFF2-40B4-BE49-F238E27FC236}">
                  <a16:creationId xmlns:a16="http://schemas.microsoft.com/office/drawing/2014/main" id="{12F77291-2709-41D8-ABDA-2E1024D8C191}"/>
                </a:ext>
              </a:extLst>
            </p:cNvPr>
            <p:cNvSpPr/>
            <p:nvPr/>
          </p:nvSpPr>
          <p:spPr>
            <a:xfrm>
              <a:off x="3601275" y="2319150"/>
              <a:ext cx="294600" cy="294600"/>
            </a:xfrm>
            <a:custGeom>
              <a:avLst/>
              <a:gdLst/>
              <a:ahLst/>
              <a:cxnLst/>
              <a:rect l="l" t="t" r="r" b="b"/>
              <a:pathLst>
                <a:path w="11784" h="11784" extrusionOk="0">
                  <a:moveTo>
                    <a:pt x="8223" y="694"/>
                  </a:moveTo>
                  <a:cubicBezTo>
                    <a:pt x="8696" y="725"/>
                    <a:pt x="9168" y="914"/>
                    <a:pt x="9546" y="1198"/>
                  </a:cubicBezTo>
                  <a:lnTo>
                    <a:pt x="7057" y="3687"/>
                  </a:lnTo>
                  <a:cubicBezTo>
                    <a:pt x="6774" y="3498"/>
                    <a:pt x="6459" y="3340"/>
                    <a:pt x="6144" y="3245"/>
                  </a:cubicBezTo>
                  <a:lnTo>
                    <a:pt x="8223" y="694"/>
                  </a:lnTo>
                  <a:close/>
                  <a:moveTo>
                    <a:pt x="10523" y="1198"/>
                  </a:moveTo>
                  <a:cubicBezTo>
                    <a:pt x="10838" y="1576"/>
                    <a:pt x="11027" y="2111"/>
                    <a:pt x="11027" y="2615"/>
                  </a:cubicBezTo>
                  <a:lnTo>
                    <a:pt x="8286" y="4852"/>
                  </a:lnTo>
                  <a:lnTo>
                    <a:pt x="7561" y="4159"/>
                  </a:lnTo>
                  <a:lnTo>
                    <a:pt x="10523" y="1198"/>
                  </a:lnTo>
                  <a:close/>
                  <a:moveTo>
                    <a:pt x="5592" y="3923"/>
                  </a:moveTo>
                  <a:cubicBezTo>
                    <a:pt x="6033" y="3923"/>
                    <a:pt x="6474" y="4096"/>
                    <a:pt x="6805" y="4443"/>
                  </a:cubicBezTo>
                  <a:cubicBezTo>
                    <a:pt x="7498" y="5104"/>
                    <a:pt x="7498" y="6207"/>
                    <a:pt x="6805" y="6869"/>
                  </a:cubicBezTo>
                  <a:cubicBezTo>
                    <a:pt x="6474" y="7199"/>
                    <a:pt x="6033" y="7365"/>
                    <a:pt x="5592" y="7365"/>
                  </a:cubicBezTo>
                  <a:cubicBezTo>
                    <a:pt x="5151" y="7365"/>
                    <a:pt x="4710" y="7199"/>
                    <a:pt x="4379" y="6869"/>
                  </a:cubicBezTo>
                  <a:cubicBezTo>
                    <a:pt x="3718" y="6207"/>
                    <a:pt x="3718" y="5104"/>
                    <a:pt x="4379" y="4443"/>
                  </a:cubicBezTo>
                  <a:cubicBezTo>
                    <a:pt x="4710" y="4096"/>
                    <a:pt x="5151" y="3923"/>
                    <a:pt x="5592" y="3923"/>
                  </a:cubicBezTo>
                  <a:close/>
                  <a:moveTo>
                    <a:pt x="8034" y="5577"/>
                  </a:moveTo>
                  <a:lnTo>
                    <a:pt x="8191" y="5734"/>
                  </a:lnTo>
                  <a:cubicBezTo>
                    <a:pt x="8696" y="6270"/>
                    <a:pt x="9326" y="6742"/>
                    <a:pt x="10019" y="7058"/>
                  </a:cubicBezTo>
                  <a:lnTo>
                    <a:pt x="9420" y="7278"/>
                  </a:lnTo>
                  <a:cubicBezTo>
                    <a:pt x="9263" y="7310"/>
                    <a:pt x="9168" y="7467"/>
                    <a:pt x="9168" y="7593"/>
                  </a:cubicBezTo>
                  <a:lnTo>
                    <a:pt x="9168" y="8066"/>
                  </a:lnTo>
                  <a:cubicBezTo>
                    <a:pt x="8601" y="7814"/>
                    <a:pt x="8034" y="7467"/>
                    <a:pt x="7561" y="7058"/>
                  </a:cubicBezTo>
                  <a:cubicBezTo>
                    <a:pt x="7876" y="6648"/>
                    <a:pt x="8034" y="6175"/>
                    <a:pt x="8034" y="5608"/>
                  </a:cubicBezTo>
                  <a:lnTo>
                    <a:pt x="8034" y="5577"/>
                  </a:lnTo>
                  <a:close/>
                  <a:moveTo>
                    <a:pt x="3245" y="6081"/>
                  </a:moveTo>
                  <a:cubicBezTo>
                    <a:pt x="3308" y="6427"/>
                    <a:pt x="3466" y="6806"/>
                    <a:pt x="3655" y="7058"/>
                  </a:cubicBezTo>
                  <a:lnTo>
                    <a:pt x="1197" y="9546"/>
                  </a:lnTo>
                  <a:cubicBezTo>
                    <a:pt x="882" y="9200"/>
                    <a:pt x="662" y="8696"/>
                    <a:pt x="630" y="8160"/>
                  </a:cubicBezTo>
                  <a:lnTo>
                    <a:pt x="3245" y="6081"/>
                  </a:lnTo>
                  <a:close/>
                  <a:moveTo>
                    <a:pt x="7057" y="7593"/>
                  </a:moveTo>
                  <a:cubicBezTo>
                    <a:pt x="7435" y="8066"/>
                    <a:pt x="7813" y="8601"/>
                    <a:pt x="8034" y="9200"/>
                  </a:cubicBezTo>
                  <a:lnTo>
                    <a:pt x="7561" y="9200"/>
                  </a:lnTo>
                  <a:cubicBezTo>
                    <a:pt x="7404" y="9200"/>
                    <a:pt x="7278" y="9263"/>
                    <a:pt x="7246" y="9420"/>
                  </a:cubicBezTo>
                  <a:lnTo>
                    <a:pt x="7057" y="10019"/>
                  </a:lnTo>
                  <a:cubicBezTo>
                    <a:pt x="6742" y="9357"/>
                    <a:pt x="6270" y="8727"/>
                    <a:pt x="5766" y="8223"/>
                  </a:cubicBezTo>
                  <a:lnTo>
                    <a:pt x="5608" y="8066"/>
                  </a:lnTo>
                  <a:lnTo>
                    <a:pt x="5640" y="8066"/>
                  </a:lnTo>
                  <a:cubicBezTo>
                    <a:pt x="6144" y="8066"/>
                    <a:pt x="6648" y="7877"/>
                    <a:pt x="7057" y="7593"/>
                  </a:cubicBezTo>
                  <a:close/>
                  <a:moveTo>
                    <a:pt x="4096" y="7625"/>
                  </a:moveTo>
                  <a:lnTo>
                    <a:pt x="4820" y="8318"/>
                  </a:lnTo>
                  <a:lnTo>
                    <a:pt x="2552" y="11090"/>
                  </a:lnTo>
                  <a:cubicBezTo>
                    <a:pt x="2048" y="11059"/>
                    <a:pt x="1575" y="10901"/>
                    <a:pt x="1134" y="10586"/>
                  </a:cubicBezTo>
                  <a:lnTo>
                    <a:pt x="4096" y="7625"/>
                  </a:lnTo>
                  <a:close/>
                  <a:moveTo>
                    <a:pt x="8160" y="0"/>
                  </a:moveTo>
                  <a:cubicBezTo>
                    <a:pt x="8034" y="0"/>
                    <a:pt x="7971" y="63"/>
                    <a:pt x="7876" y="126"/>
                  </a:cubicBezTo>
                  <a:lnTo>
                    <a:pt x="5356" y="3245"/>
                  </a:lnTo>
                  <a:cubicBezTo>
                    <a:pt x="4852" y="3308"/>
                    <a:pt x="4348" y="3529"/>
                    <a:pt x="3938" y="3970"/>
                  </a:cubicBezTo>
                  <a:cubicBezTo>
                    <a:pt x="3592" y="4317"/>
                    <a:pt x="3340" y="4758"/>
                    <a:pt x="3277" y="5262"/>
                  </a:cubicBezTo>
                  <a:lnTo>
                    <a:pt x="126" y="7782"/>
                  </a:lnTo>
                  <a:cubicBezTo>
                    <a:pt x="32" y="7845"/>
                    <a:pt x="0" y="7940"/>
                    <a:pt x="0" y="8066"/>
                  </a:cubicBezTo>
                  <a:cubicBezTo>
                    <a:pt x="0" y="8790"/>
                    <a:pt x="284" y="9546"/>
                    <a:pt x="756" y="10114"/>
                  </a:cubicBezTo>
                  <a:lnTo>
                    <a:pt x="473" y="10366"/>
                  </a:lnTo>
                  <a:cubicBezTo>
                    <a:pt x="410" y="10460"/>
                    <a:pt x="347" y="10523"/>
                    <a:pt x="347" y="10618"/>
                  </a:cubicBezTo>
                  <a:cubicBezTo>
                    <a:pt x="347" y="10681"/>
                    <a:pt x="410" y="10807"/>
                    <a:pt x="473" y="10838"/>
                  </a:cubicBezTo>
                  <a:cubicBezTo>
                    <a:pt x="1103" y="11468"/>
                    <a:pt x="1922" y="11783"/>
                    <a:pt x="2804" y="11783"/>
                  </a:cubicBezTo>
                  <a:cubicBezTo>
                    <a:pt x="2930" y="11783"/>
                    <a:pt x="2993" y="11752"/>
                    <a:pt x="3088" y="11657"/>
                  </a:cubicBezTo>
                  <a:lnTo>
                    <a:pt x="5388" y="8790"/>
                  </a:lnTo>
                  <a:cubicBezTo>
                    <a:pt x="6018" y="9452"/>
                    <a:pt x="6553" y="10303"/>
                    <a:pt x="6805" y="11153"/>
                  </a:cubicBezTo>
                  <a:cubicBezTo>
                    <a:pt x="6868" y="11311"/>
                    <a:pt x="7026" y="11405"/>
                    <a:pt x="7120" y="11405"/>
                  </a:cubicBezTo>
                  <a:cubicBezTo>
                    <a:pt x="7278" y="11405"/>
                    <a:pt x="7404" y="11311"/>
                    <a:pt x="7435" y="11153"/>
                  </a:cubicBezTo>
                  <a:lnTo>
                    <a:pt x="7845" y="9924"/>
                  </a:lnTo>
                  <a:lnTo>
                    <a:pt x="8601" y="9924"/>
                  </a:lnTo>
                  <a:cubicBezTo>
                    <a:pt x="8696" y="9924"/>
                    <a:pt x="8790" y="9893"/>
                    <a:pt x="8853" y="9767"/>
                  </a:cubicBezTo>
                  <a:cubicBezTo>
                    <a:pt x="8948" y="9704"/>
                    <a:pt x="8948" y="9578"/>
                    <a:pt x="8916" y="9452"/>
                  </a:cubicBezTo>
                  <a:cubicBezTo>
                    <a:pt x="8790" y="9137"/>
                    <a:pt x="8664" y="8822"/>
                    <a:pt x="8507" y="8507"/>
                  </a:cubicBezTo>
                  <a:lnTo>
                    <a:pt x="8507" y="8507"/>
                  </a:lnTo>
                  <a:cubicBezTo>
                    <a:pt x="8822" y="8664"/>
                    <a:pt x="9137" y="8790"/>
                    <a:pt x="9452" y="8916"/>
                  </a:cubicBezTo>
                  <a:cubicBezTo>
                    <a:pt x="9489" y="8926"/>
                    <a:pt x="9526" y="8929"/>
                    <a:pt x="9561" y="8929"/>
                  </a:cubicBezTo>
                  <a:cubicBezTo>
                    <a:pt x="9646" y="8929"/>
                    <a:pt x="9722" y="8907"/>
                    <a:pt x="9767" y="8885"/>
                  </a:cubicBezTo>
                  <a:cubicBezTo>
                    <a:pt x="9861" y="8790"/>
                    <a:pt x="9924" y="8727"/>
                    <a:pt x="9924" y="8601"/>
                  </a:cubicBezTo>
                  <a:lnTo>
                    <a:pt x="9924" y="7845"/>
                  </a:lnTo>
                  <a:lnTo>
                    <a:pt x="11153" y="7467"/>
                  </a:lnTo>
                  <a:cubicBezTo>
                    <a:pt x="11310" y="7404"/>
                    <a:pt x="11373" y="7247"/>
                    <a:pt x="11373" y="7152"/>
                  </a:cubicBezTo>
                  <a:cubicBezTo>
                    <a:pt x="11373" y="6995"/>
                    <a:pt x="11310" y="6869"/>
                    <a:pt x="11153" y="6837"/>
                  </a:cubicBezTo>
                  <a:cubicBezTo>
                    <a:pt x="10271" y="6553"/>
                    <a:pt x="9452" y="6049"/>
                    <a:pt x="8790" y="5419"/>
                  </a:cubicBezTo>
                  <a:lnTo>
                    <a:pt x="11657" y="3088"/>
                  </a:lnTo>
                  <a:cubicBezTo>
                    <a:pt x="11689" y="2962"/>
                    <a:pt x="11783" y="2867"/>
                    <a:pt x="11783" y="2773"/>
                  </a:cubicBezTo>
                  <a:cubicBezTo>
                    <a:pt x="11783" y="1922"/>
                    <a:pt x="11436" y="1072"/>
                    <a:pt x="10838" y="442"/>
                  </a:cubicBezTo>
                  <a:cubicBezTo>
                    <a:pt x="10775" y="379"/>
                    <a:pt x="10688" y="347"/>
                    <a:pt x="10602" y="347"/>
                  </a:cubicBezTo>
                  <a:cubicBezTo>
                    <a:pt x="10515" y="347"/>
                    <a:pt x="10428" y="379"/>
                    <a:pt x="10365" y="442"/>
                  </a:cubicBezTo>
                  <a:lnTo>
                    <a:pt x="10082" y="725"/>
                  </a:lnTo>
                  <a:cubicBezTo>
                    <a:pt x="9546" y="284"/>
                    <a:pt x="8853" y="0"/>
                    <a:pt x="816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0296;p180">
              <a:extLst>
                <a:ext uri="{FF2B5EF4-FFF2-40B4-BE49-F238E27FC236}">
                  <a16:creationId xmlns:a16="http://schemas.microsoft.com/office/drawing/2014/main" id="{B77C6BDE-478B-49BF-A2D6-66E92B760456}"/>
                </a:ext>
              </a:extLst>
            </p:cNvPr>
            <p:cNvSpPr/>
            <p:nvPr/>
          </p:nvSpPr>
          <p:spPr>
            <a:xfrm>
              <a:off x="3713900" y="2434350"/>
              <a:ext cx="55950" cy="52200"/>
            </a:xfrm>
            <a:custGeom>
              <a:avLst/>
              <a:gdLst/>
              <a:ahLst/>
              <a:cxnLst/>
              <a:rect l="l" t="t" r="r" b="b"/>
              <a:pathLst>
                <a:path w="2238" h="2088" extrusionOk="0">
                  <a:moveTo>
                    <a:pt x="1087" y="685"/>
                  </a:moveTo>
                  <a:cubicBezTo>
                    <a:pt x="1174" y="685"/>
                    <a:pt x="1261" y="717"/>
                    <a:pt x="1324" y="780"/>
                  </a:cubicBezTo>
                  <a:cubicBezTo>
                    <a:pt x="1450" y="874"/>
                    <a:pt x="1450" y="1126"/>
                    <a:pt x="1324" y="1252"/>
                  </a:cubicBezTo>
                  <a:cubicBezTo>
                    <a:pt x="1261" y="1300"/>
                    <a:pt x="1174" y="1323"/>
                    <a:pt x="1087" y="1323"/>
                  </a:cubicBezTo>
                  <a:cubicBezTo>
                    <a:pt x="1001" y="1323"/>
                    <a:pt x="914" y="1300"/>
                    <a:pt x="851" y="1252"/>
                  </a:cubicBezTo>
                  <a:cubicBezTo>
                    <a:pt x="725" y="1126"/>
                    <a:pt x="725" y="937"/>
                    <a:pt x="851" y="780"/>
                  </a:cubicBezTo>
                  <a:cubicBezTo>
                    <a:pt x="914" y="717"/>
                    <a:pt x="1001" y="685"/>
                    <a:pt x="1087" y="685"/>
                  </a:cubicBezTo>
                  <a:close/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47"/>
                    <a:pt x="378" y="1756"/>
                  </a:cubicBezTo>
                  <a:cubicBezTo>
                    <a:pt x="583" y="1977"/>
                    <a:pt x="851" y="2087"/>
                    <a:pt x="1115" y="2087"/>
                  </a:cubicBezTo>
                  <a:cubicBezTo>
                    <a:pt x="1379" y="2087"/>
                    <a:pt x="1639" y="1977"/>
                    <a:pt x="1828" y="1756"/>
                  </a:cubicBezTo>
                  <a:cubicBezTo>
                    <a:pt x="2237" y="1347"/>
                    <a:pt x="2237" y="685"/>
                    <a:pt x="1828" y="307"/>
                  </a:cubicBez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8" name="Google Shape;9795;p179">
            <a:extLst>
              <a:ext uri="{FF2B5EF4-FFF2-40B4-BE49-F238E27FC236}">
                <a16:creationId xmlns:a16="http://schemas.microsoft.com/office/drawing/2014/main" id="{E8E3C5D8-3269-4904-9A6C-A22EE9CA6429}"/>
              </a:ext>
            </a:extLst>
          </p:cNvPr>
          <p:cNvSpPr/>
          <p:nvPr/>
        </p:nvSpPr>
        <p:spPr>
          <a:xfrm>
            <a:off x="1064807" y="2133130"/>
            <a:ext cx="327823" cy="230359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rgbClr val="5F7D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7661753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559</Words>
  <Application>Microsoft Office PowerPoint</Application>
  <PresentationFormat>Affichage à l'écran (16:9)</PresentationFormat>
  <Paragraphs>137</Paragraphs>
  <Slides>13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Squada One</vt:lpstr>
      <vt:lpstr>Bauhaus 93</vt:lpstr>
      <vt:lpstr>Arial</vt:lpstr>
      <vt:lpstr>Fira Sans Extra Condensed Medium</vt:lpstr>
      <vt:lpstr>Livvic</vt:lpstr>
      <vt:lpstr>Roboto Condensed Light</vt:lpstr>
      <vt:lpstr>Times New Roman</vt:lpstr>
      <vt:lpstr>Calibri</vt:lpstr>
      <vt:lpstr>Tech Startup XL by Slidesgo</vt:lpstr>
      <vt:lpstr> Windi CSS </vt:lpstr>
      <vt:lpstr>Introduction</vt:lpstr>
      <vt:lpstr>Origine et but de WindiCSS</vt:lpstr>
      <vt:lpstr>Origine et but de WindiCSS</vt:lpstr>
      <vt:lpstr>Fonctionnement : le principe du "on-demand"</vt:lpstr>
      <vt:lpstr>Les classes utilitaires</vt:lpstr>
      <vt:lpstr>Rapidité</vt:lpstr>
      <vt:lpstr>Installation</vt:lpstr>
      <vt:lpstr>Utilisation pratique</vt:lpstr>
      <vt:lpstr>WindiCSS vs TailwindCSS</vt:lpstr>
      <vt:lpstr>Limites de WindiCSS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STARTUP </dc:title>
  <cp:lastModifiedBy>user</cp:lastModifiedBy>
  <cp:revision>31</cp:revision>
  <dcterms:modified xsi:type="dcterms:W3CDTF">2025-11-27T04:36:42Z</dcterms:modified>
</cp:coreProperties>
</file>